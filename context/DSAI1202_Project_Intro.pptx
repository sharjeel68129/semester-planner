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 id="2147483660" r:id="rId5"/>
  </p:sldMasterIdLst>
  <p:notesMasterIdLst>
    <p:notesMasterId r:id="rId21"/>
  </p:notesMasterIdLst>
  <p:sldIdLst>
    <p:sldId id="324" r:id="rId6"/>
    <p:sldId id="488" r:id="rId7"/>
    <p:sldId id="489" r:id="rId8"/>
    <p:sldId id="487" r:id="rId9"/>
    <p:sldId id="496" r:id="rId10"/>
    <p:sldId id="491" r:id="rId11"/>
    <p:sldId id="490" r:id="rId12"/>
    <p:sldId id="492" r:id="rId13"/>
    <p:sldId id="493" r:id="rId14"/>
    <p:sldId id="494" r:id="rId15"/>
    <p:sldId id="495" r:id="rId16"/>
    <p:sldId id="497" r:id="rId17"/>
    <p:sldId id="499" r:id="rId18"/>
    <p:sldId id="498" r:id="rId19"/>
    <p:sldId id="500"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D608741-B57E-49AE-B690-1BCFFED7924C}">
          <p14:sldIdLst>
            <p14:sldId id="324"/>
            <p14:sldId id="488"/>
            <p14:sldId id="489"/>
            <p14:sldId id="487"/>
            <p14:sldId id="496"/>
            <p14:sldId id="491"/>
            <p14:sldId id="490"/>
            <p14:sldId id="492"/>
            <p14:sldId id="493"/>
            <p14:sldId id="494"/>
            <p14:sldId id="495"/>
            <p14:sldId id="497"/>
            <p14:sldId id="499"/>
            <p14:sldId id="498"/>
            <p14:sldId id="500"/>
          </p14:sldIdLst>
        </p14:section>
      </p14:sectionLst>
    </p:ext>
    <p:ext uri="{EFAFB233-063F-42B5-8137-9DF3F51BA10A}">
      <p15:sldGuideLst xmlns:p15="http://schemas.microsoft.com/office/powerpoint/2012/main">
        <p15:guide id="1" orient="horz" pos="4269" userDrawn="1">
          <p15:clr>
            <a:srgbClr val="A4A3A4"/>
          </p15:clr>
        </p15:guide>
        <p15:guide id="2" pos="746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94" autoAdjust="0"/>
    <p:restoredTop sz="92260" autoAdjust="0"/>
  </p:normalViewPr>
  <p:slideViewPr>
    <p:cSldViewPr snapToGrid="0" snapToObjects="1" showGuides="1">
      <p:cViewPr varScale="1">
        <p:scale>
          <a:sx n="73" d="100"/>
          <a:sy n="73" d="100"/>
        </p:scale>
        <p:origin x="40" y="384"/>
      </p:cViewPr>
      <p:guideLst>
        <p:guide orient="horz" pos="4269"/>
        <p:guide pos="746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YU, Mingsong [COMP]" userId="5d5ceb49-d733-4a5d-9ffa-07273d49f3d4" providerId="ADAL" clId="{2F020D83-036B-4C87-888A-BEB556D61782}"/>
    <pc:docChg chg="undo custSel addSld delSld modSld modSection">
      <pc:chgData name="LYU, Mingsong [COMP]" userId="5d5ceb49-d733-4a5d-9ffa-07273d49f3d4" providerId="ADAL" clId="{2F020D83-036B-4C87-888A-BEB556D61782}" dt="2026-09-03T09:08:16.160" v="2889" actId="1076"/>
      <pc:docMkLst>
        <pc:docMk/>
      </pc:docMkLst>
      <pc:sldChg chg="delSp mod">
        <pc:chgData name="LYU, Mingsong [COMP]" userId="5d5ceb49-d733-4a5d-9ffa-07273d49f3d4" providerId="ADAL" clId="{2F020D83-036B-4C87-888A-BEB556D61782}" dt="2026-09-03T01:59:10.751" v="9" actId="478"/>
        <pc:sldMkLst>
          <pc:docMk/>
          <pc:sldMk cId="109312102" sldId="288"/>
        </pc:sldMkLst>
      </pc:sldChg>
      <pc:sldChg chg="modSp mod">
        <pc:chgData name="LYU, Mingsong [COMP]" userId="5d5ceb49-d733-4a5d-9ffa-07273d49f3d4" providerId="ADAL" clId="{2F020D83-036B-4C87-888A-BEB556D61782}" dt="2026-09-03T05:27:32.363" v="69" actId="20577"/>
        <pc:sldMkLst>
          <pc:docMk/>
          <pc:sldMk cId="998506370" sldId="324"/>
        </pc:sldMkLst>
        <pc:spChg chg="mod">
          <ac:chgData name="LYU, Mingsong [COMP]" userId="5d5ceb49-d733-4a5d-9ffa-07273d49f3d4" providerId="ADAL" clId="{2F020D83-036B-4C87-888A-BEB556D61782}" dt="2026-09-03T05:27:32.363" v="69" actId="20577"/>
          <ac:spMkLst>
            <pc:docMk/>
            <pc:sldMk cId="998506370" sldId="324"/>
            <ac:spMk id="4" creationId="{84B7A65B-BB3C-4FB9-911B-6F20973324D5}"/>
          </ac:spMkLst>
        </pc:spChg>
      </pc:sldChg>
      <pc:sldChg chg="addSp modSp new mod">
        <pc:chgData name="LYU, Mingsong [COMP]" userId="5d5ceb49-d733-4a5d-9ffa-07273d49f3d4" providerId="ADAL" clId="{2F020D83-036B-4C87-888A-BEB556D61782}" dt="2026-09-03T07:29:55.444" v="1918" actId="114"/>
        <pc:sldMkLst>
          <pc:docMk/>
          <pc:sldMk cId="2901665634" sldId="438"/>
        </pc:sldMkLst>
        <pc:spChg chg="mod">
          <ac:chgData name="LYU, Mingsong [COMP]" userId="5d5ceb49-d733-4a5d-9ffa-07273d49f3d4" providerId="ADAL" clId="{2F020D83-036B-4C87-888A-BEB556D61782}" dt="2026-09-03T05:32:47.899" v="70"/>
          <ac:spMkLst>
            <pc:docMk/>
            <pc:sldMk cId="2901665634" sldId="438"/>
            <ac:spMk id="2" creationId="{16FD9A9E-CE31-4FCF-96A1-7ED6EE1299C1}"/>
          </ac:spMkLst>
        </pc:spChg>
        <pc:spChg chg="mod">
          <ac:chgData name="LYU, Mingsong [COMP]" userId="5d5ceb49-d733-4a5d-9ffa-07273d49f3d4" providerId="ADAL" clId="{2F020D83-036B-4C87-888A-BEB556D61782}" dt="2026-09-03T07:29:55.444" v="1918" actId="114"/>
          <ac:spMkLst>
            <pc:docMk/>
            <pc:sldMk cId="2901665634" sldId="438"/>
            <ac:spMk id="3" creationId="{3E76DF20-BF40-483C-BDDB-14EA17ACB6C8}"/>
          </ac:spMkLst>
        </pc:spChg>
      </pc:sldChg>
      <pc:sldChg chg="addSp delSp modSp add mod">
        <pc:chgData name="LYU, Mingsong [COMP]" userId="5d5ceb49-d733-4a5d-9ffa-07273d49f3d4" providerId="ADAL" clId="{2F020D83-036B-4C87-888A-BEB556D61782}" dt="2026-09-03T06:24:14.334" v="1192" actId="207"/>
        <pc:sldMkLst>
          <pc:docMk/>
          <pc:sldMk cId="3070528189" sldId="439"/>
        </pc:sldMkLst>
        <pc:spChg chg="mod">
          <ac:chgData name="LYU, Mingsong [COMP]" userId="5d5ceb49-d733-4a5d-9ffa-07273d49f3d4" providerId="ADAL" clId="{2F020D83-036B-4C87-888A-BEB556D61782}" dt="2026-09-03T05:47:02.229" v="325"/>
          <ac:spMkLst>
            <pc:docMk/>
            <pc:sldMk cId="3070528189" sldId="439"/>
            <ac:spMk id="2" creationId="{16FD9A9E-CE31-4FCF-96A1-7ED6EE1299C1}"/>
          </ac:spMkLst>
        </pc:spChg>
        <pc:spChg chg="mod">
          <ac:chgData name="LYU, Mingsong [COMP]" userId="5d5ceb49-d733-4a5d-9ffa-07273d49f3d4" providerId="ADAL" clId="{2F020D83-036B-4C87-888A-BEB556D61782}" dt="2026-09-03T05:48:47.929" v="602" actId="114"/>
          <ac:spMkLst>
            <pc:docMk/>
            <pc:sldMk cId="3070528189" sldId="439"/>
            <ac:spMk id="3" creationId="{3E76DF20-BF40-483C-BDDB-14EA17ACB6C8}"/>
          </ac:spMkLst>
        </pc:spChg>
        <pc:spChg chg="add mod">
          <ac:chgData name="LYU, Mingsong [COMP]" userId="5d5ceb49-d733-4a5d-9ffa-07273d49f3d4" providerId="ADAL" clId="{2F020D83-036B-4C87-888A-BEB556D61782}" dt="2026-09-03T06:05:09.267" v="873" actId="164"/>
          <ac:spMkLst>
            <pc:docMk/>
            <pc:sldMk cId="3070528189" sldId="439"/>
            <ac:spMk id="10" creationId="{F44807EF-B171-4119-A416-5E3CECBCE807}"/>
          </ac:spMkLst>
        </pc:spChg>
        <pc:spChg chg="add mod">
          <ac:chgData name="LYU, Mingsong [COMP]" userId="5d5ceb49-d733-4a5d-9ffa-07273d49f3d4" providerId="ADAL" clId="{2F020D83-036B-4C87-888A-BEB556D61782}" dt="2026-09-03T06:05:09.267" v="873" actId="164"/>
          <ac:spMkLst>
            <pc:docMk/>
            <pc:sldMk cId="3070528189" sldId="439"/>
            <ac:spMk id="11" creationId="{799ECB5C-F52F-4A6F-9B61-3B1DE3D8721A}"/>
          </ac:spMkLst>
        </pc:spChg>
        <pc:spChg chg="add mod">
          <ac:chgData name="LYU, Mingsong [COMP]" userId="5d5ceb49-d733-4a5d-9ffa-07273d49f3d4" providerId="ADAL" clId="{2F020D83-036B-4C87-888A-BEB556D61782}" dt="2026-09-03T06:24:14.334" v="1192" actId="207"/>
          <ac:spMkLst>
            <pc:docMk/>
            <pc:sldMk cId="3070528189" sldId="439"/>
            <ac:spMk id="18" creationId="{F171CD35-60BE-42B3-8D90-15D119A9DCBC}"/>
          </ac:spMkLst>
        </pc:spChg>
        <pc:grpChg chg="add mod">
          <ac:chgData name="LYU, Mingsong [COMP]" userId="5d5ceb49-d733-4a5d-9ffa-07273d49f3d4" providerId="ADAL" clId="{2F020D83-036B-4C87-888A-BEB556D61782}" dt="2026-09-03T06:05:14.613" v="913" actId="1036"/>
          <ac:grpSpMkLst>
            <pc:docMk/>
            <pc:sldMk cId="3070528189" sldId="439"/>
            <ac:grpSpMk id="25" creationId="{0A48ADDF-AE43-44E4-B987-B60182B670EE}"/>
          </ac:grpSpMkLst>
        </pc:grpChg>
        <pc:picChg chg="add mod modCrop">
          <ac:chgData name="LYU, Mingsong [COMP]" userId="5d5ceb49-d733-4a5d-9ffa-07273d49f3d4" providerId="ADAL" clId="{2F020D83-036B-4C87-888A-BEB556D61782}" dt="2026-09-03T05:50:17.316" v="609" actId="1076"/>
          <ac:picMkLst>
            <pc:docMk/>
            <pc:sldMk cId="3070528189" sldId="439"/>
            <ac:picMk id="8" creationId="{55D50F5B-40CE-4795-8105-4FC5CB959AD1}"/>
          </ac:picMkLst>
        </pc:picChg>
        <pc:cxnChg chg="add mod">
          <ac:chgData name="LYU, Mingsong [COMP]" userId="5d5ceb49-d733-4a5d-9ffa-07273d49f3d4" providerId="ADAL" clId="{2F020D83-036B-4C87-888A-BEB556D61782}" dt="2026-09-03T06:05:09.267" v="873" actId="164"/>
          <ac:cxnSpMkLst>
            <pc:docMk/>
            <pc:sldMk cId="3070528189" sldId="439"/>
            <ac:cxnSpMk id="13" creationId="{748502E0-E986-4C43-9F9D-93BE2E3A379C}"/>
          </ac:cxnSpMkLst>
        </pc:cxnChg>
        <pc:cxnChg chg="add mod">
          <ac:chgData name="LYU, Mingsong [COMP]" userId="5d5ceb49-d733-4a5d-9ffa-07273d49f3d4" providerId="ADAL" clId="{2F020D83-036B-4C87-888A-BEB556D61782}" dt="2026-09-03T06:05:09.267" v="873" actId="164"/>
          <ac:cxnSpMkLst>
            <pc:docMk/>
            <pc:sldMk cId="3070528189" sldId="439"/>
            <ac:cxnSpMk id="14" creationId="{4B91B493-3AF7-4506-89A0-570A88B6F017}"/>
          </ac:cxnSpMkLst>
        </pc:cxnChg>
        <pc:cxnChg chg="add mod">
          <ac:chgData name="LYU, Mingsong [COMP]" userId="5d5ceb49-d733-4a5d-9ffa-07273d49f3d4" providerId="ADAL" clId="{2F020D83-036B-4C87-888A-BEB556D61782}" dt="2026-09-03T06:05:09.267" v="873" actId="164"/>
          <ac:cxnSpMkLst>
            <pc:docMk/>
            <pc:sldMk cId="3070528189" sldId="439"/>
            <ac:cxnSpMk id="19" creationId="{9BDD8B70-5993-420A-A8DA-94DFC6C165CE}"/>
          </ac:cxnSpMkLst>
        </pc:cxnChg>
        <pc:cxnChg chg="add mod">
          <ac:chgData name="LYU, Mingsong [COMP]" userId="5d5ceb49-d733-4a5d-9ffa-07273d49f3d4" providerId="ADAL" clId="{2F020D83-036B-4C87-888A-BEB556D61782}" dt="2026-09-03T06:05:09.267" v="873" actId="164"/>
          <ac:cxnSpMkLst>
            <pc:docMk/>
            <pc:sldMk cId="3070528189" sldId="439"/>
            <ac:cxnSpMk id="22" creationId="{AB06CB20-041C-4DB4-9086-354CE25C3589}"/>
          </ac:cxnSpMkLst>
        </pc:cxnChg>
      </pc:sldChg>
      <pc:sldChg chg="addSp delSp modSp add mod addAnim delAnim modAnim">
        <pc:chgData name="LYU, Mingsong [COMP]" userId="5d5ceb49-d733-4a5d-9ffa-07273d49f3d4" providerId="ADAL" clId="{2F020D83-036B-4C87-888A-BEB556D61782}" dt="2026-09-03T06:29:54.963" v="1226" actId="166"/>
        <pc:sldMkLst>
          <pc:docMk/>
          <pc:sldMk cId="2558384471" sldId="440"/>
        </pc:sldMkLst>
        <pc:spChg chg="mod">
          <ac:chgData name="LYU, Mingsong [COMP]" userId="5d5ceb49-d733-4a5d-9ffa-07273d49f3d4" providerId="ADAL" clId="{2F020D83-036B-4C87-888A-BEB556D61782}" dt="2026-09-03T06:07:30.172" v="951" actId="313"/>
          <ac:spMkLst>
            <pc:docMk/>
            <pc:sldMk cId="2558384471" sldId="440"/>
            <ac:spMk id="2" creationId="{16FD9A9E-CE31-4FCF-96A1-7ED6EE1299C1}"/>
          </ac:spMkLst>
        </pc:spChg>
        <pc:spChg chg="add del mod ord">
          <ac:chgData name="LYU, Mingsong [COMP]" userId="5d5ceb49-d733-4a5d-9ffa-07273d49f3d4" providerId="ADAL" clId="{2F020D83-036B-4C87-888A-BEB556D61782}" dt="2026-09-03T06:29:54.963" v="1226" actId="166"/>
          <ac:spMkLst>
            <pc:docMk/>
            <pc:sldMk cId="2558384471" sldId="440"/>
            <ac:spMk id="3" creationId="{3E76DF20-BF40-483C-BDDB-14EA17ACB6C8}"/>
          </ac:spMkLst>
        </pc:spChg>
        <pc:spChg chg="add mod">
          <ac:chgData name="LYU, Mingsong [COMP]" userId="5d5ceb49-d733-4a5d-9ffa-07273d49f3d4" providerId="ADAL" clId="{2F020D83-036B-4C87-888A-BEB556D61782}" dt="2026-09-03T06:19:18.992" v="1138" actId="164"/>
          <ac:spMkLst>
            <pc:docMk/>
            <pc:sldMk cId="2558384471" sldId="440"/>
            <ac:spMk id="25" creationId="{2C43EDE7-9E4C-44D4-A185-5C796ACD17F4}"/>
          </ac:spMkLst>
        </pc:spChg>
        <pc:spChg chg="add mod">
          <ac:chgData name="LYU, Mingsong [COMP]" userId="5d5ceb49-d733-4a5d-9ffa-07273d49f3d4" providerId="ADAL" clId="{2F020D83-036B-4C87-888A-BEB556D61782}" dt="2026-09-03T06:20:09.718" v="1148" actId="164"/>
          <ac:spMkLst>
            <pc:docMk/>
            <pc:sldMk cId="2558384471" sldId="440"/>
            <ac:spMk id="27" creationId="{F832B8D3-7C99-4573-8678-E51C17EE7A95}"/>
          </ac:spMkLst>
        </pc:spChg>
        <pc:spChg chg="add mod">
          <ac:chgData name="LYU, Mingsong [COMP]" userId="5d5ceb49-d733-4a5d-9ffa-07273d49f3d4" providerId="ADAL" clId="{2F020D83-036B-4C87-888A-BEB556D61782}" dt="2026-09-03T06:21:29.711" v="1169" actId="164"/>
          <ac:spMkLst>
            <pc:docMk/>
            <pc:sldMk cId="2558384471" sldId="440"/>
            <ac:spMk id="30" creationId="{AC392ED0-B1A8-48AF-A352-EFB2BBD8CB6A}"/>
          </ac:spMkLst>
        </pc:spChg>
        <pc:spChg chg="add mod">
          <ac:chgData name="LYU, Mingsong [COMP]" userId="5d5ceb49-d733-4a5d-9ffa-07273d49f3d4" providerId="ADAL" clId="{2F020D83-036B-4C87-888A-BEB556D61782}" dt="2026-09-03T06:21:00.305" v="1162" actId="164"/>
          <ac:spMkLst>
            <pc:docMk/>
            <pc:sldMk cId="2558384471" sldId="440"/>
            <ac:spMk id="31" creationId="{C00D8993-6BC6-4CE0-AD0D-71B518CAE159}"/>
          </ac:spMkLst>
        </pc:spChg>
        <pc:spChg chg="add mod ord">
          <ac:chgData name="LYU, Mingsong [COMP]" userId="5d5ceb49-d733-4a5d-9ffa-07273d49f3d4" providerId="ADAL" clId="{2F020D83-036B-4C87-888A-BEB556D61782}" dt="2026-09-03T06:29:34.972" v="1224" actId="166"/>
          <ac:spMkLst>
            <pc:docMk/>
            <pc:sldMk cId="2558384471" sldId="440"/>
            <ac:spMk id="34" creationId="{DC4C3B20-C873-4B45-AC02-307AA7DABB5F}"/>
          </ac:spMkLst>
        </pc:spChg>
        <pc:grpChg chg="add mod ord">
          <ac:chgData name="LYU, Mingsong [COMP]" userId="5d5ceb49-d733-4a5d-9ffa-07273d49f3d4" providerId="ADAL" clId="{2F020D83-036B-4C87-888A-BEB556D61782}" dt="2026-09-03T06:29:34.972" v="1224" actId="166"/>
          <ac:grpSpMkLst>
            <pc:docMk/>
            <pc:sldMk cId="2558384471" sldId="440"/>
            <ac:grpSpMk id="26" creationId="{5901F8C4-7859-438C-8F1E-BB39F143547F}"/>
          </ac:grpSpMkLst>
        </pc:grpChg>
        <pc:grpChg chg="add mod ord">
          <ac:chgData name="LYU, Mingsong [COMP]" userId="5d5ceb49-d733-4a5d-9ffa-07273d49f3d4" providerId="ADAL" clId="{2F020D83-036B-4C87-888A-BEB556D61782}" dt="2026-09-03T06:29:34.972" v="1224" actId="166"/>
          <ac:grpSpMkLst>
            <pc:docMk/>
            <pc:sldMk cId="2558384471" sldId="440"/>
            <ac:grpSpMk id="29" creationId="{6A035597-1045-4108-AD1E-36187E57BC3D}"/>
          </ac:grpSpMkLst>
        </pc:grpChg>
        <pc:grpChg chg="add mod ord">
          <ac:chgData name="LYU, Mingsong [COMP]" userId="5d5ceb49-d733-4a5d-9ffa-07273d49f3d4" providerId="ADAL" clId="{2F020D83-036B-4C87-888A-BEB556D61782}" dt="2026-09-03T06:29:34.972" v="1224" actId="166"/>
          <ac:grpSpMkLst>
            <pc:docMk/>
            <pc:sldMk cId="2558384471" sldId="440"/>
            <ac:grpSpMk id="32" creationId="{A360FC29-0E8B-4F2D-81B6-5D7C4317B01D}"/>
          </ac:grpSpMkLst>
        </pc:grpChg>
        <pc:grpChg chg="add mod ord">
          <ac:chgData name="LYU, Mingsong [COMP]" userId="5d5ceb49-d733-4a5d-9ffa-07273d49f3d4" providerId="ADAL" clId="{2F020D83-036B-4C87-888A-BEB556D61782}" dt="2026-09-03T06:29:34.972" v="1224" actId="166"/>
          <ac:grpSpMkLst>
            <pc:docMk/>
            <pc:sldMk cId="2558384471" sldId="440"/>
            <ac:grpSpMk id="33" creationId="{07C7880C-FFF4-48CE-9A73-A5140C75181D}"/>
          </ac:grpSpMkLst>
        </pc:grpChg>
        <pc:picChg chg="add mod">
          <ac:chgData name="LYU, Mingsong [COMP]" userId="5d5ceb49-d733-4a5d-9ffa-07273d49f3d4" providerId="ADAL" clId="{2F020D83-036B-4C87-888A-BEB556D61782}" dt="2026-09-03T06:29:25.520" v="1223"/>
          <ac:picMkLst>
            <pc:docMk/>
            <pc:sldMk cId="2558384471" sldId="440"/>
            <ac:picMk id="37" creationId="{08C77331-1D20-47D0-A9AB-4501B9149230}"/>
          </ac:picMkLst>
        </pc:picChg>
        <pc:cxnChg chg="add mod">
          <ac:chgData name="LYU, Mingsong [COMP]" userId="5d5ceb49-d733-4a5d-9ffa-07273d49f3d4" providerId="ADAL" clId="{2F020D83-036B-4C87-888A-BEB556D61782}" dt="2026-09-03T06:19:18.992" v="1138" actId="164"/>
          <ac:cxnSpMkLst>
            <pc:docMk/>
            <pc:sldMk cId="2558384471" sldId="440"/>
            <ac:cxnSpMk id="10" creationId="{FB07D120-67A0-4C1B-8FC1-851398CD64FA}"/>
          </ac:cxnSpMkLst>
        </pc:cxnChg>
        <pc:cxnChg chg="add mod">
          <ac:chgData name="LYU, Mingsong [COMP]" userId="5d5ceb49-d733-4a5d-9ffa-07273d49f3d4" providerId="ADAL" clId="{2F020D83-036B-4C87-888A-BEB556D61782}" dt="2026-09-03T06:20:09.718" v="1148" actId="164"/>
          <ac:cxnSpMkLst>
            <pc:docMk/>
            <pc:sldMk cId="2558384471" sldId="440"/>
            <ac:cxnSpMk id="11" creationId="{4B71048F-E3B2-4FAB-87A5-D847CD8D6AD2}"/>
          </ac:cxnSpMkLst>
        </pc:cxnChg>
        <pc:cxnChg chg="add mod">
          <ac:chgData name="LYU, Mingsong [COMP]" userId="5d5ceb49-d733-4a5d-9ffa-07273d49f3d4" providerId="ADAL" clId="{2F020D83-036B-4C87-888A-BEB556D61782}" dt="2026-09-03T06:21:00.305" v="1162" actId="164"/>
          <ac:cxnSpMkLst>
            <pc:docMk/>
            <pc:sldMk cId="2558384471" sldId="440"/>
            <ac:cxnSpMk id="14" creationId="{F7778F81-FF80-4954-9C5C-EF69A41B26C5}"/>
          </ac:cxnSpMkLst>
        </pc:cxnChg>
        <pc:cxnChg chg="add mod">
          <ac:chgData name="LYU, Mingsong [COMP]" userId="5d5ceb49-d733-4a5d-9ffa-07273d49f3d4" providerId="ADAL" clId="{2F020D83-036B-4C87-888A-BEB556D61782}" dt="2026-09-03T06:21:29.711" v="1169" actId="164"/>
          <ac:cxnSpMkLst>
            <pc:docMk/>
            <pc:sldMk cId="2558384471" sldId="440"/>
            <ac:cxnSpMk id="21" creationId="{D3300863-4489-4932-96FB-3B57A7F4F559}"/>
          </ac:cxnSpMkLst>
        </pc:cxnChg>
      </pc:sldChg>
      <pc:sldChg chg="addSp modSp add mod modAnim">
        <pc:chgData name="LYU, Mingsong [COMP]" userId="5d5ceb49-d733-4a5d-9ffa-07273d49f3d4" providerId="ADAL" clId="{2F020D83-036B-4C87-888A-BEB556D61782}" dt="2026-09-03T06:39:21.343" v="1321"/>
        <pc:sldMkLst>
          <pc:docMk/>
          <pc:sldMk cId="3638079908" sldId="441"/>
        </pc:sldMkLst>
        <pc:spChg chg="mod">
          <ac:chgData name="LYU, Mingsong [COMP]" userId="5d5ceb49-d733-4a5d-9ffa-07273d49f3d4" providerId="ADAL" clId="{2F020D83-036B-4C87-888A-BEB556D61782}" dt="2026-09-03T06:26:57.131" v="1199" actId="20577"/>
          <ac:spMkLst>
            <pc:docMk/>
            <pc:sldMk cId="3638079908" sldId="441"/>
            <ac:spMk id="2" creationId="{16FD9A9E-CE31-4FCF-96A1-7ED6EE1299C1}"/>
          </ac:spMkLst>
        </pc:spChg>
        <pc:spChg chg="mod">
          <ac:chgData name="LYU, Mingsong [COMP]" userId="5d5ceb49-d733-4a5d-9ffa-07273d49f3d4" providerId="ADAL" clId="{2F020D83-036B-4C87-888A-BEB556D61782}" dt="2026-09-03T06:31:45.633" v="1290" actId="20577"/>
          <ac:spMkLst>
            <pc:docMk/>
            <pc:sldMk cId="3638079908" sldId="441"/>
            <ac:spMk id="3" creationId="{3E76DF20-BF40-483C-BDDB-14EA17ACB6C8}"/>
          </ac:spMkLst>
        </pc:spChg>
        <pc:grpChg chg="add mod">
          <ac:chgData name="LYU, Mingsong [COMP]" userId="5d5ceb49-d733-4a5d-9ffa-07273d49f3d4" providerId="ADAL" clId="{2F020D83-036B-4C87-888A-BEB556D61782}" dt="2026-09-03T06:31:59.121" v="1320" actId="1036"/>
          <ac:grpSpMkLst>
            <pc:docMk/>
            <pc:sldMk cId="3638079908" sldId="441"/>
            <ac:grpSpMk id="10" creationId="{9365EF3F-9A9F-4DFB-844B-F8F6045C9212}"/>
          </ac:grpSpMkLst>
        </pc:grpChg>
        <pc:picChg chg="add mod modCrop">
          <ac:chgData name="LYU, Mingsong [COMP]" userId="5d5ceb49-d733-4a5d-9ffa-07273d49f3d4" providerId="ADAL" clId="{2F020D83-036B-4C87-888A-BEB556D61782}" dt="2026-09-03T06:31:59.121" v="1320" actId="1036"/>
          <ac:picMkLst>
            <pc:docMk/>
            <pc:sldMk cId="3638079908" sldId="441"/>
            <ac:picMk id="6" creationId="{77B85DEE-58CA-461B-A586-1FAFFEA9FB45}"/>
          </ac:picMkLst>
        </pc:picChg>
        <pc:picChg chg="add mod">
          <ac:chgData name="LYU, Mingsong [COMP]" userId="5d5ceb49-d733-4a5d-9ffa-07273d49f3d4" providerId="ADAL" clId="{2F020D83-036B-4C87-888A-BEB556D61782}" dt="2026-09-03T06:30:48.124" v="1236" actId="164"/>
          <ac:picMkLst>
            <pc:docMk/>
            <pc:sldMk cId="3638079908" sldId="441"/>
            <ac:picMk id="7" creationId="{3CBC08E3-3ADF-4C0D-B36E-68103C1D83E4}"/>
          </ac:picMkLst>
        </pc:picChg>
        <pc:cxnChg chg="add mod">
          <ac:chgData name="LYU, Mingsong [COMP]" userId="5d5ceb49-d733-4a5d-9ffa-07273d49f3d4" providerId="ADAL" clId="{2F020D83-036B-4C87-888A-BEB556D61782}" dt="2026-09-03T06:30:48.124" v="1236" actId="164"/>
          <ac:cxnSpMkLst>
            <pc:docMk/>
            <pc:sldMk cId="3638079908" sldId="441"/>
            <ac:cxnSpMk id="9" creationId="{88D898FF-31C2-4F4E-B4B8-EBB29414411F}"/>
          </ac:cxnSpMkLst>
        </pc:cxnChg>
      </pc:sldChg>
      <pc:sldChg chg="addSp delSp modSp add mod">
        <pc:chgData name="LYU, Mingsong [COMP]" userId="5d5ceb49-d733-4a5d-9ffa-07273d49f3d4" providerId="ADAL" clId="{2F020D83-036B-4C87-888A-BEB556D61782}" dt="2026-09-03T06:46:56.429" v="1410" actId="1076"/>
        <pc:sldMkLst>
          <pc:docMk/>
          <pc:sldMk cId="1020353300" sldId="442"/>
        </pc:sldMkLst>
        <pc:spChg chg="mod">
          <ac:chgData name="LYU, Mingsong [COMP]" userId="5d5ceb49-d733-4a5d-9ffa-07273d49f3d4" providerId="ADAL" clId="{2F020D83-036B-4C87-888A-BEB556D61782}" dt="2026-09-03T06:43:36.076" v="1326"/>
          <ac:spMkLst>
            <pc:docMk/>
            <pc:sldMk cId="1020353300" sldId="442"/>
            <ac:spMk id="2" creationId="{16FD9A9E-CE31-4FCF-96A1-7ED6EE1299C1}"/>
          </ac:spMkLst>
        </pc:spChg>
        <pc:spChg chg="add mod">
          <ac:chgData name="LYU, Mingsong [COMP]" userId="5d5ceb49-d733-4a5d-9ffa-07273d49f3d4" providerId="ADAL" clId="{2F020D83-036B-4C87-888A-BEB556D61782}" dt="2026-09-03T06:46:56.429" v="1410" actId="1076"/>
          <ac:spMkLst>
            <pc:docMk/>
            <pc:sldMk cId="1020353300" sldId="442"/>
            <ac:spMk id="8" creationId="{3CEFE42B-47CD-44DA-9F6C-0495116689BC}"/>
          </ac:spMkLst>
        </pc:spChg>
        <pc:picChg chg="add mod">
          <ac:chgData name="LYU, Mingsong [COMP]" userId="5d5ceb49-d733-4a5d-9ffa-07273d49f3d4" providerId="ADAL" clId="{2F020D83-036B-4C87-888A-BEB556D61782}" dt="2026-09-03T06:46:39.893" v="1406" actId="1076"/>
          <ac:picMkLst>
            <pc:docMk/>
            <pc:sldMk cId="1020353300" sldId="442"/>
            <ac:picMk id="7" creationId="{858DA000-E35F-4F49-864B-CE47E89FD6F6}"/>
          </ac:picMkLst>
        </pc:picChg>
      </pc:sldChg>
      <pc:sldChg chg="addSp modSp add mod modAnim">
        <pc:chgData name="LYU, Mingsong [COMP]" userId="5d5ceb49-d733-4a5d-9ffa-07273d49f3d4" providerId="ADAL" clId="{2F020D83-036B-4C87-888A-BEB556D61782}" dt="2026-09-03T06:56:16.397" v="1524"/>
        <pc:sldMkLst>
          <pc:docMk/>
          <pc:sldMk cId="3809139741" sldId="443"/>
        </pc:sldMkLst>
        <pc:spChg chg="mod">
          <ac:chgData name="LYU, Mingsong [COMP]" userId="5d5ceb49-d733-4a5d-9ffa-07273d49f3d4" providerId="ADAL" clId="{2F020D83-036B-4C87-888A-BEB556D61782}" dt="2026-09-03T06:53:05.424" v="1475" actId="20577"/>
          <ac:spMkLst>
            <pc:docMk/>
            <pc:sldMk cId="3809139741" sldId="443"/>
            <ac:spMk id="2" creationId="{16FD9A9E-CE31-4FCF-96A1-7ED6EE1299C1}"/>
          </ac:spMkLst>
        </pc:spChg>
        <pc:spChg chg="mod">
          <ac:chgData name="LYU, Mingsong [COMP]" userId="5d5ceb49-d733-4a5d-9ffa-07273d49f3d4" providerId="ADAL" clId="{2F020D83-036B-4C87-888A-BEB556D61782}" dt="2026-09-03T06:54:58.394" v="1511" actId="20577"/>
          <ac:spMkLst>
            <pc:docMk/>
            <pc:sldMk cId="3809139741" sldId="443"/>
            <ac:spMk id="3" creationId="{3E76DF20-BF40-483C-BDDB-14EA17ACB6C8}"/>
          </ac:spMkLst>
        </pc:spChg>
        <pc:spChg chg="add mod">
          <ac:chgData name="LYU, Mingsong [COMP]" userId="5d5ceb49-d733-4a5d-9ffa-07273d49f3d4" providerId="ADAL" clId="{2F020D83-036B-4C87-888A-BEB556D61782}" dt="2026-09-03T06:56:06.985" v="1523" actId="12788"/>
          <ac:spMkLst>
            <pc:docMk/>
            <pc:sldMk cId="3809139741" sldId="443"/>
            <ac:spMk id="9" creationId="{139F218C-3F8C-4BC2-B0BA-EEA3E0A3CAEF}"/>
          </ac:spMkLst>
        </pc:spChg>
        <pc:picChg chg="add mod">
          <ac:chgData name="LYU, Mingsong [COMP]" userId="5d5ceb49-d733-4a5d-9ffa-07273d49f3d4" providerId="ADAL" clId="{2F020D83-036B-4C87-888A-BEB556D61782}" dt="2026-09-03T06:54:52.096" v="1509" actId="1076"/>
          <ac:picMkLst>
            <pc:docMk/>
            <pc:sldMk cId="3809139741" sldId="443"/>
            <ac:picMk id="7" creationId="{59F603AB-686C-4CAE-B62B-0054CB05365A}"/>
          </ac:picMkLst>
        </pc:picChg>
      </pc:sldChg>
      <pc:sldChg chg="addSp modSp add mod modAnim">
        <pc:chgData name="LYU, Mingsong [COMP]" userId="5d5ceb49-d733-4a5d-9ffa-07273d49f3d4" providerId="ADAL" clId="{2F020D83-036B-4C87-888A-BEB556D61782}" dt="2026-09-03T07:06:04.081" v="1732" actId="1035"/>
        <pc:sldMkLst>
          <pc:docMk/>
          <pc:sldMk cId="1408732129" sldId="444"/>
        </pc:sldMkLst>
        <pc:spChg chg="mod">
          <ac:chgData name="LYU, Mingsong [COMP]" userId="5d5ceb49-d733-4a5d-9ffa-07273d49f3d4" providerId="ADAL" clId="{2F020D83-036B-4C87-888A-BEB556D61782}" dt="2026-09-03T06:58:08.727" v="1525"/>
          <ac:spMkLst>
            <pc:docMk/>
            <pc:sldMk cId="1408732129" sldId="444"/>
            <ac:spMk id="2" creationId="{16FD9A9E-CE31-4FCF-96A1-7ED6EE1299C1}"/>
          </ac:spMkLst>
        </pc:spChg>
        <pc:spChg chg="mod">
          <ac:chgData name="LYU, Mingsong [COMP]" userId="5d5ceb49-d733-4a5d-9ffa-07273d49f3d4" providerId="ADAL" clId="{2F020D83-036B-4C87-888A-BEB556D61782}" dt="2026-09-03T07:05:52.293" v="1724" actId="255"/>
          <ac:spMkLst>
            <pc:docMk/>
            <pc:sldMk cId="1408732129" sldId="444"/>
            <ac:spMk id="3" creationId="{3E76DF20-BF40-483C-BDDB-14EA17ACB6C8}"/>
          </ac:spMkLst>
        </pc:spChg>
        <pc:spChg chg="add mod">
          <ac:chgData name="LYU, Mingsong [COMP]" userId="5d5ceb49-d733-4a5d-9ffa-07273d49f3d4" providerId="ADAL" clId="{2F020D83-036B-4C87-888A-BEB556D61782}" dt="2026-09-03T07:06:04.081" v="1732" actId="1035"/>
          <ac:spMkLst>
            <pc:docMk/>
            <pc:sldMk cId="1408732129" sldId="444"/>
            <ac:spMk id="6" creationId="{3C27DEA3-5FC3-4EB3-9DC5-30682BAF76CD}"/>
          </ac:spMkLst>
        </pc:spChg>
        <pc:spChg chg="add mod">
          <ac:chgData name="LYU, Mingsong [COMP]" userId="5d5ceb49-d733-4a5d-9ffa-07273d49f3d4" providerId="ADAL" clId="{2F020D83-036B-4C87-888A-BEB556D61782}" dt="2026-09-03T07:05:42.623" v="1721" actId="1035"/>
          <ac:spMkLst>
            <pc:docMk/>
            <pc:sldMk cId="1408732129" sldId="444"/>
            <ac:spMk id="7" creationId="{BC0A1EC7-D55E-43C2-81B7-22D81EFAB532}"/>
          </ac:spMkLst>
        </pc:spChg>
      </pc:sldChg>
      <pc:sldChg chg="addSp delSp modSp add mod">
        <pc:chgData name="LYU, Mingsong [COMP]" userId="5d5ceb49-d733-4a5d-9ffa-07273d49f3d4" providerId="ADAL" clId="{2F020D83-036B-4C87-888A-BEB556D61782}" dt="2026-09-03T07:14:58.164" v="1759" actId="1076"/>
        <pc:sldMkLst>
          <pc:docMk/>
          <pc:sldMk cId="3306654846" sldId="445"/>
        </pc:sldMkLst>
        <pc:spChg chg="mod">
          <ac:chgData name="LYU, Mingsong [COMP]" userId="5d5ceb49-d733-4a5d-9ffa-07273d49f3d4" providerId="ADAL" clId="{2F020D83-036B-4C87-888A-BEB556D61782}" dt="2026-09-03T07:10:45.110" v="1752" actId="20577"/>
          <ac:spMkLst>
            <pc:docMk/>
            <pc:sldMk cId="3306654846" sldId="445"/>
            <ac:spMk id="2" creationId="{16FD9A9E-CE31-4FCF-96A1-7ED6EE1299C1}"/>
          </ac:spMkLst>
        </pc:spChg>
        <pc:picChg chg="add mod modCrop">
          <ac:chgData name="LYU, Mingsong [COMP]" userId="5d5ceb49-d733-4a5d-9ffa-07273d49f3d4" providerId="ADAL" clId="{2F020D83-036B-4C87-888A-BEB556D61782}" dt="2026-09-03T07:14:58.164" v="1759" actId="1076"/>
          <ac:picMkLst>
            <pc:docMk/>
            <pc:sldMk cId="3306654846" sldId="445"/>
            <ac:picMk id="11" creationId="{77A25BAC-A965-489F-AAAF-BF3B187607DC}"/>
          </ac:picMkLst>
        </pc:picChg>
      </pc:sldChg>
      <pc:sldChg chg="addSp delSp modSp add mod">
        <pc:chgData name="LYU, Mingsong [COMP]" userId="5d5ceb49-d733-4a5d-9ffa-07273d49f3d4" providerId="ADAL" clId="{2F020D83-036B-4C87-888A-BEB556D61782}" dt="2026-09-03T07:49:41.718" v="2011" actId="20577"/>
        <pc:sldMkLst>
          <pc:docMk/>
          <pc:sldMk cId="3466031851" sldId="446"/>
        </pc:sldMkLst>
        <pc:spChg chg="mod">
          <ac:chgData name="LYU, Mingsong [COMP]" userId="5d5ceb49-d733-4a5d-9ffa-07273d49f3d4" providerId="ADAL" clId="{2F020D83-036B-4C87-888A-BEB556D61782}" dt="2026-09-03T07:49:41.718" v="2011" actId="20577"/>
          <ac:spMkLst>
            <pc:docMk/>
            <pc:sldMk cId="3466031851" sldId="446"/>
            <ac:spMk id="2" creationId="{16FD9A9E-CE31-4FCF-96A1-7ED6EE1299C1}"/>
          </ac:spMkLst>
        </pc:spChg>
        <pc:picChg chg="add mod modCrop">
          <ac:chgData name="LYU, Mingsong [COMP]" userId="5d5ceb49-d733-4a5d-9ffa-07273d49f3d4" providerId="ADAL" clId="{2F020D83-036B-4C87-888A-BEB556D61782}" dt="2026-09-03T07:27:36.667" v="1832" actId="1076"/>
          <ac:picMkLst>
            <pc:docMk/>
            <pc:sldMk cId="3466031851" sldId="446"/>
            <ac:picMk id="7" creationId="{44172148-026F-4845-9FE7-1239ADA47765}"/>
          </ac:picMkLst>
        </pc:picChg>
      </pc:sldChg>
      <pc:sldChg chg="addSp delSp modSp add mod modAnim">
        <pc:chgData name="LYU, Mingsong [COMP]" userId="5d5ceb49-d733-4a5d-9ffa-07273d49f3d4" providerId="ADAL" clId="{2F020D83-036B-4C87-888A-BEB556D61782}" dt="2026-09-03T08:37:39.043" v="2108"/>
        <pc:sldMkLst>
          <pc:docMk/>
          <pc:sldMk cId="1176807421" sldId="447"/>
        </pc:sldMkLst>
        <pc:spChg chg="mod">
          <ac:chgData name="LYU, Mingsong [COMP]" userId="5d5ceb49-d733-4a5d-9ffa-07273d49f3d4" providerId="ADAL" clId="{2F020D83-036B-4C87-888A-BEB556D61782}" dt="2026-09-03T07:30:46.354" v="1919"/>
          <ac:spMkLst>
            <pc:docMk/>
            <pc:sldMk cId="1176807421" sldId="447"/>
            <ac:spMk id="2" creationId="{16FD9A9E-CE31-4FCF-96A1-7ED6EE1299C1}"/>
          </ac:spMkLst>
        </pc:spChg>
        <pc:spChg chg="add mod">
          <ac:chgData name="LYU, Mingsong [COMP]" userId="5d5ceb49-d733-4a5d-9ffa-07273d49f3d4" providerId="ADAL" clId="{2F020D83-036B-4C87-888A-BEB556D61782}" dt="2026-09-03T08:37:34.439" v="2107" actId="164"/>
          <ac:spMkLst>
            <pc:docMk/>
            <pc:sldMk cId="1176807421" sldId="447"/>
            <ac:spMk id="12" creationId="{66E612E3-8A7A-41BF-999A-E98BA5024993}"/>
          </ac:spMkLst>
        </pc:spChg>
        <pc:spChg chg="add mod">
          <ac:chgData name="LYU, Mingsong [COMP]" userId="5d5ceb49-d733-4a5d-9ffa-07273d49f3d4" providerId="ADAL" clId="{2F020D83-036B-4C87-888A-BEB556D61782}" dt="2026-09-03T08:37:34.439" v="2107" actId="164"/>
          <ac:spMkLst>
            <pc:docMk/>
            <pc:sldMk cId="1176807421" sldId="447"/>
            <ac:spMk id="17" creationId="{F3A9033F-DBEA-453E-86CE-9565077D0E1A}"/>
          </ac:spMkLst>
        </pc:spChg>
        <pc:grpChg chg="add mod">
          <ac:chgData name="LYU, Mingsong [COMP]" userId="5d5ceb49-d733-4a5d-9ffa-07273d49f3d4" providerId="ADAL" clId="{2F020D83-036B-4C87-888A-BEB556D61782}" dt="2026-09-03T08:37:34.439" v="2107" actId="164"/>
          <ac:grpSpMkLst>
            <pc:docMk/>
            <pc:sldMk cId="1176807421" sldId="447"/>
            <ac:grpSpMk id="18" creationId="{C3F9D053-091D-463F-A6CF-E0D0725D8199}"/>
          </ac:grpSpMkLst>
        </pc:grpChg>
      </pc:sldChg>
      <pc:sldChg chg="addSp delSp modSp add mod">
        <pc:chgData name="LYU, Mingsong [COMP]" userId="5d5ceb49-d733-4a5d-9ffa-07273d49f3d4" providerId="ADAL" clId="{2F020D83-036B-4C87-888A-BEB556D61782}" dt="2026-09-03T09:00:07.982" v="2857" actId="114"/>
        <pc:sldMkLst>
          <pc:docMk/>
          <pc:sldMk cId="2719922060" sldId="448"/>
        </pc:sldMkLst>
        <pc:spChg chg="mod">
          <ac:chgData name="LYU, Mingsong [COMP]" userId="5d5ceb49-d733-4a5d-9ffa-07273d49f3d4" providerId="ADAL" clId="{2F020D83-036B-4C87-888A-BEB556D61782}" dt="2026-09-03T08:40:32.495" v="2109"/>
          <ac:spMkLst>
            <pc:docMk/>
            <pc:sldMk cId="2719922060" sldId="448"/>
            <ac:spMk id="2" creationId="{16FD9A9E-CE31-4FCF-96A1-7ED6EE1299C1}"/>
          </ac:spMkLst>
        </pc:spChg>
        <pc:spChg chg="mod">
          <ac:chgData name="LYU, Mingsong [COMP]" userId="5d5ceb49-d733-4a5d-9ffa-07273d49f3d4" providerId="ADAL" clId="{2F020D83-036B-4C87-888A-BEB556D61782}" dt="2026-09-03T09:00:07.982" v="2857" actId="114"/>
          <ac:spMkLst>
            <pc:docMk/>
            <pc:sldMk cId="2719922060" sldId="448"/>
            <ac:spMk id="3" creationId="{3E76DF20-BF40-483C-BDDB-14EA17ACB6C8}"/>
          </ac:spMkLst>
        </pc:spChg>
        <pc:spChg chg="add mod">
          <ac:chgData name="LYU, Mingsong [COMP]" userId="5d5ceb49-d733-4a5d-9ffa-07273d49f3d4" providerId="ADAL" clId="{2F020D83-036B-4C87-888A-BEB556D61782}" dt="2026-09-03T08:51:32.507" v="2345" actId="1036"/>
          <ac:spMkLst>
            <pc:docMk/>
            <pc:sldMk cId="2719922060" sldId="448"/>
            <ac:spMk id="7" creationId="{B69BA072-69A1-4EA8-B567-F385966F32F1}"/>
          </ac:spMkLst>
        </pc:spChg>
        <pc:spChg chg="add mod">
          <ac:chgData name="LYU, Mingsong [COMP]" userId="5d5ceb49-d733-4a5d-9ffa-07273d49f3d4" providerId="ADAL" clId="{2F020D83-036B-4C87-888A-BEB556D61782}" dt="2026-09-03T08:51:32.507" v="2345" actId="1036"/>
          <ac:spMkLst>
            <pc:docMk/>
            <pc:sldMk cId="2719922060" sldId="448"/>
            <ac:spMk id="8" creationId="{BEA8487D-9BED-4BCA-A790-2365E4379092}"/>
          </ac:spMkLst>
        </pc:spChg>
      </pc:sldChg>
      <pc:sldChg chg="addSp delSp modSp add mod">
        <pc:chgData name="LYU, Mingsong [COMP]" userId="5d5ceb49-d733-4a5d-9ffa-07273d49f3d4" providerId="ADAL" clId="{2F020D83-036B-4C87-888A-BEB556D61782}" dt="2026-09-03T09:08:16.160" v="2889" actId="1076"/>
        <pc:sldMkLst>
          <pc:docMk/>
          <pc:sldMk cId="1790075540" sldId="449"/>
        </pc:sldMkLst>
        <pc:spChg chg="mod">
          <ac:chgData name="LYU, Mingsong [COMP]" userId="5d5ceb49-d733-4a5d-9ffa-07273d49f3d4" providerId="ADAL" clId="{2F020D83-036B-4C87-888A-BEB556D61782}" dt="2026-09-03T09:05:29.224" v="2883" actId="20577"/>
          <ac:spMkLst>
            <pc:docMk/>
            <pc:sldMk cId="1790075540" sldId="449"/>
            <ac:spMk id="2" creationId="{16FD9A9E-CE31-4FCF-96A1-7ED6EE1299C1}"/>
          </ac:spMkLst>
        </pc:spChg>
        <pc:picChg chg="add mod modCrop">
          <ac:chgData name="LYU, Mingsong [COMP]" userId="5d5ceb49-d733-4a5d-9ffa-07273d49f3d4" providerId="ADAL" clId="{2F020D83-036B-4C87-888A-BEB556D61782}" dt="2026-09-03T09:08:16.160" v="2889" actId="1076"/>
          <ac:picMkLst>
            <pc:docMk/>
            <pc:sldMk cId="1790075540" sldId="449"/>
            <ac:picMk id="7" creationId="{5DBEE839-C1DA-4AF3-94B2-1C711A5D6AB7}"/>
          </ac:picMkLst>
        </pc:picChg>
      </pc:sldChg>
      <pc:sldChg chg="add">
        <pc:chgData name="LYU, Mingsong [COMP]" userId="5d5ceb49-d733-4a5d-9ffa-07273d49f3d4" providerId="ADAL" clId="{2F020D83-036B-4C87-888A-BEB556D61782}" dt="2026-09-03T01:59:17.559" v="21"/>
        <pc:sldMkLst>
          <pc:docMk/>
          <pc:sldMk cId="1252700634" sldId="450"/>
        </pc:sldMkLst>
      </pc:sldChg>
      <pc:sldChg chg="add">
        <pc:chgData name="LYU, Mingsong [COMP]" userId="5d5ceb49-d733-4a5d-9ffa-07273d49f3d4" providerId="ADAL" clId="{2F020D83-036B-4C87-888A-BEB556D61782}" dt="2026-09-03T01:59:17.757" v="22"/>
        <pc:sldMkLst>
          <pc:docMk/>
          <pc:sldMk cId="1603898003" sldId="451"/>
        </pc:sldMkLst>
      </pc:sldChg>
      <pc:sldChg chg="add">
        <pc:chgData name="LYU, Mingsong [COMP]" userId="5d5ceb49-d733-4a5d-9ffa-07273d49f3d4" providerId="ADAL" clId="{2F020D83-036B-4C87-888A-BEB556D61782}" dt="2026-09-03T01:59:17.941" v="23"/>
        <pc:sldMkLst>
          <pc:docMk/>
          <pc:sldMk cId="1456342691" sldId="452"/>
        </pc:sldMkLst>
      </pc:sldChg>
      <pc:sldChg chg="add">
        <pc:chgData name="LYU, Mingsong [COMP]" userId="5d5ceb49-d733-4a5d-9ffa-07273d49f3d4" providerId="ADAL" clId="{2F020D83-036B-4C87-888A-BEB556D61782}" dt="2026-09-03T01:59:18.161" v="24"/>
        <pc:sldMkLst>
          <pc:docMk/>
          <pc:sldMk cId="3680969427" sldId="453"/>
        </pc:sldMkLst>
      </pc:sldChg>
      <pc:sldChg chg="add">
        <pc:chgData name="LYU, Mingsong [COMP]" userId="5d5ceb49-d733-4a5d-9ffa-07273d49f3d4" providerId="ADAL" clId="{2F020D83-036B-4C87-888A-BEB556D61782}" dt="2026-09-03T01:59:18.362" v="25"/>
        <pc:sldMkLst>
          <pc:docMk/>
          <pc:sldMk cId="2028738883" sldId="454"/>
        </pc:sldMkLst>
      </pc:sldChg>
      <pc:sldChg chg="add">
        <pc:chgData name="LYU, Mingsong [COMP]" userId="5d5ceb49-d733-4a5d-9ffa-07273d49f3d4" providerId="ADAL" clId="{2F020D83-036B-4C87-888A-BEB556D61782}" dt="2026-09-03T01:59:18.585" v="26"/>
        <pc:sldMkLst>
          <pc:docMk/>
          <pc:sldMk cId="2538842727" sldId="455"/>
        </pc:sldMkLst>
      </pc:sldChg>
      <pc:sldChg chg="add">
        <pc:chgData name="LYU, Mingsong [COMP]" userId="5d5ceb49-d733-4a5d-9ffa-07273d49f3d4" providerId="ADAL" clId="{2F020D83-036B-4C87-888A-BEB556D61782}" dt="2026-09-03T01:59:18.773" v="27"/>
        <pc:sldMkLst>
          <pc:docMk/>
          <pc:sldMk cId="2716807010" sldId="456"/>
        </pc:sldMkLst>
      </pc:sldChg>
      <pc:sldChg chg="add">
        <pc:chgData name="LYU, Mingsong [COMP]" userId="5d5ceb49-d733-4a5d-9ffa-07273d49f3d4" providerId="ADAL" clId="{2F020D83-036B-4C87-888A-BEB556D61782}" dt="2026-09-03T01:59:18.959" v="28"/>
        <pc:sldMkLst>
          <pc:docMk/>
          <pc:sldMk cId="3875743996" sldId="457"/>
        </pc:sldMkLst>
      </pc:sldChg>
      <pc:sldChg chg="add">
        <pc:chgData name="LYU, Mingsong [COMP]" userId="5d5ceb49-d733-4a5d-9ffa-07273d49f3d4" providerId="ADAL" clId="{2F020D83-036B-4C87-888A-BEB556D61782}" dt="2026-09-03T01:59:19.155" v="29"/>
        <pc:sldMkLst>
          <pc:docMk/>
          <pc:sldMk cId="128724185" sldId="458"/>
        </pc:sldMkLst>
      </pc:sldChg>
      <pc:sldChg chg="add">
        <pc:chgData name="LYU, Mingsong [COMP]" userId="5d5ceb49-d733-4a5d-9ffa-07273d49f3d4" providerId="ADAL" clId="{2F020D83-036B-4C87-888A-BEB556D61782}" dt="2026-09-03T01:59:19.325" v="30"/>
        <pc:sldMkLst>
          <pc:docMk/>
          <pc:sldMk cId="283496236" sldId="459"/>
        </pc:sldMkLst>
      </pc:sldChg>
      <pc:sldChg chg="add">
        <pc:chgData name="LYU, Mingsong [COMP]" userId="5d5ceb49-d733-4a5d-9ffa-07273d49f3d4" providerId="ADAL" clId="{2F020D83-036B-4C87-888A-BEB556D61782}" dt="2026-09-03T01:59:19.571" v="31"/>
        <pc:sldMkLst>
          <pc:docMk/>
          <pc:sldMk cId="2845582695" sldId="460"/>
        </pc:sldMkLst>
      </pc:sldChg>
      <pc:sldChg chg="add">
        <pc:chgData name="LYU, Mingsong [COMP]" userId="5d5ceb49-d733-4a5d-9ffa-07273d49f3d4" providerId="ADAL" clId="{2F020D83-036B-4C87-888A-BEB556D61782}" dt="2026-09-03T01:59:19.706" v="32"/>
        <pc:sldMkLst>
          <pc:docMk/>
          <pc:sldMk cId="3954370171" sldId="461"/>
        </pc:sldMkLst>
      </pc:sldChg>
      <pc:sldChg chg="add">
        <pc:chgData name="LYU, Mingsong [COMP]" userId="5d5ceb49-d733-4a5d-9ffa-07273d49f3d4" providerId="ADAL" clId="{2F020D83-036B-4C87-888A-BEB556D61782}" dt="2026-09-03T01:59:19.890" v="33"/>
        <pc:sldMkLst>
          <pc:docMk/>
          <pc:sldMk cId="3362026346" sldId="462"/>
        </pc:sldMkLst>
      </pc:sldChg>
      <pc:sldChg chg="add">
        <pc:chgData name="LYU, Mingsong [COMP]" userId="5d5ceb49-d733-4a5d-9ffa-07273d49f3d4" providerId="ADAL" clId="{2F020D83-036B-4C87-888A-BEB556D61782}" dt="2026-09-03T01:59:20.087" v="34"/>
        <pc:sldMkLst>
          <pc:docMk/>
          <pc:sldMk cId="1614644947" sldId="463"/>
        </pc:sldMkLst>
      </pc:sldChg>
      <pc:sldChg chg="add">
        <pc:chgData name="LYU, Mingsong [COMP]" userId="5d5ceb49-d733-4a5d-9ffa-07273d49f3d4" providerId="ADAL" clId="{2F020D83-036B-4C87-888A-BEB556D61782}" dt="2026-09-03T01:59:20.272" v="35"/>
        <pc:sldMkLst>
          <pc:docMk/>
          <pc:sldMk cId="602236571" sldId="464"/>
        </pc:sldMkLst>
      </pc:sldChg>
      <pc:sldChg chg="add">
        <pc:chgData name="LYU, Mingsong [COMP]" userId="5d5ceb49-d733-4a5d-9ffa-07273d49f3d4" providerId="ADAL" clId="{2F020D83-036B-4C87-888A-BEB556D61782}" dt="2026-09-03T01:59:20.456" v="36"/>
        <pc:sldMkLst>
          <pc:docMk/>
          <pc:sldMk cId="107142062" sldId="465"/>
        </pc:sldMkLst>
      </pc:sldChg>
      <pc:sldChg chg="add">
        <pc:chgData name="LYU, Mingsong [COMP]" userId="5d5ceb49-d733-4a5d-9ffa-07273d49f3d4" providerId="ADAL" clId="{2F020D83-036B-4C87-888A-BEB556D61782}" dt="2026-09-03T01:59:20.612" v="37"/>
        <pc:sldMkLst>
          <pc:docMk/>
          <pc:sldMk cId="2041279635" sldId="466"/>
        </pc:sldMkLst>
      </pc:sldChg>
      <pc:sldChg chg="addSp delSp modSp new mod">
        <pc:chgData name="LYU, Mingsong [COMP]" userId="5d5ceb49-d733-4a5d-9ffa-07273d49f3d4" providerId="ADAL" clId="{2F020D83-036B-4C87-888A-BEB556D61782}" dt="2026-09-03T08:10:36.468" v="2069" actId="20577"/>
        <pc:sldMkLst>
          <pc:docMk/>
          <pc:sldMk cId="1127358097" sldId="478"/>
        </pc:sldMkLst>
        <pc:spChg chg="mod">
          <ac:chgData name="LYU, Mingsong [COMP]" userId="5d5ceb49-d733-4a5d-9ffa-07273d49f3d4" providerId="ADAL" clId="{2F020D83-036B-4C87-888A-BEB556D61782}" dt="2026-09-03T08:10:36.468" v="2069" actId="20577"/>
          <ac:spMkLst>
            <pc:docMk/>
            <pc:sldMk cId="1127358097" sldId="478"/>
            <ac:spMk id="2" creationId="{55CDDEF7-5153-4357-AF9D-3E750DFFD254}"/>
          </ac:spMkLst>
        </pc:spChg>
      </pc:sldChg>
    </pc:docChg>
  </pc:docChgLst>
  <pc:docChgLst>
    <pc:chgData name="LYU, Mingsong [COMP]" userId="5d5ceb49-d733-4a5d-9ffa-07273d49f3d4" providerId="ADAL" clId="{1DB59D62-17F6-4616-A6B8-F42604844974}"/>
    <pc:docChg chg="undo custSel addSld delSld modSld sldOrd modSection">
      <pc:chgData name="LYU, Mingsong [COMP]" userId="5d5ceb49-d733-4a5d-9ffa-07273d49f3d4" providerId="ADAL" clId="{1DB59D62-17F6-4616-A6B8-F42604844974}" dt="2026-09-13T13:53:52.413" v="3252" actId="931"/>
      <pc:docMkLst>
        <pc:docMk/>
      </pc:docMkLst>
      <pc:sldChg chg="delSp modSp mod">
        <pc:chgData name="LYU, Mingsong [COMP]" userId="5d5ceb49-d733-4a5d-9ffa-07273d49f3d4" providerId="ADAL" clId="{1DB59D62-17F6-4616-A6B8-F42604844974}" dt="2026-09-03T13:54:46.645" v="1381" actId="20577"/>
        <pc:sldMkLst>
          <pc:docMk/>
          <pc:sldMk cId="109312102" sldId="288"/>
        </pc:sldMkLst>
        <pc:spChg chg="mod">
          <ac:chgData name="LYU, Mingsong [COMP]" userId="5d5ceb49-d733-4a5d-9ffa-07273d49f3d4" providerId="ADAL" clId="{1DB59D62-17F6-4616-A6B8-F42604844974}" dt="2026-09-03T13:54:46.645" v="1381" actId="20577"/>
          <ac:spMkLst>
            <pc:docMk/>
            <pc:sldMk cId="109312102" sldId="288"/>
            <ac:spMk id="6" creationId="{88335F08-367B-4EBD-B0DE-FFB2CA514030}"/>
          </ac:spMkLst>
        </pc:spChg>
      </pc:sldChg>
      <pc:sldChg chg="modSp mod">
        <pc:chgData name="LYU, Mingsong [COMP]" userId="5d5ceb49-d733-4a5d-9ffa-07273d49f3d4" providerId="ADAL" clId="{1DB59D62-17F6-4616-A6B8-F42604844974}" dt="2026-09-03T11:18:24.176" v="791" actId="20577"/>
        <pc:sldMkLst>
          <pc:docMk/>
          <pc:sldMk cId="998506370" sldId="324"/>
        </pc:sldMkLst>
        <pc:spChg chg="mod">
          <ac:chgData name="LYU, Mingsong [COMP]" userId="5d5ceb49-d733-4a5d-9ffa-07273d49f3d4" providerId="ADAL" clId="{1DB59D62-17F6-4616-A6B8-F42604844974}" dt="2026-09-03T11:18:24.176" v="791" actId="20577"/>
          <ac:spMkLst>
            <pc:docMk/>
            <pc:sldMk cId="998506370" sldId="324"/>
            <ac:spMk id="4" creationId="{84B7A65B-BB3C-4FB9-911B-6F20973324D5}"/>
          </ac:spMkLst>
        </pc:spChg>
      </pc:sldChg>
      <pc:sldChg chg="addSp delSp modSp mod modAnim">
        <pc:chgData name="LYU, Mingsong [COMP]" userId="5d5ceb49-d733-4a5d-9ffa-07273d49f3d4" providerId="ADAL" clId="{1DB59D62-17F6-4616-A6B8-F42604844974}" dt="2026-09-13T12:18:54.577" v="2130"/>
        <pc:sldMkLst>
          <pc:docMk/>
          <pc:sldMk cId="2901665634" sldId="438"/>
        </pc:sldMkLst>
        <pc:spChg chg="mod">
          <ac:chgData name="LYU, Mingsong [COMP]" userId="5d5ceb49-d733-4a5d-9ffa-07273d49f3d4" providerId="ADAL" clId="{1DB59D62-17F6-4616-A6B8-F42604844974}" dt="2026-09-13T12:18:47.508" v="2129" actId="207"/>
          <ac:spMkLst>
            <pc:docMk/>
            <pc:sldMk cId="2901665634" sldId="438"/>
            <ac:spMk id="3" creationId="{3E76DF20-BF40-483C-BDDB-14EA17ACB6C8}"/>
          </ac:spMkLst>
        </pc:spChg>
        <pc:spChg chg="add mod">
          <ac:chgData name="LYU, Mingsong [COMP]" userId="5d5ceb49-d733-4a5d-9ffa-07273d49f3d4" providerId="ADAL" clId="{1DB59D62-17F6-4616-A6B8-F42604844974}" dt="2026-09-13T12:16:57.777" v="2117" actId="1076"/>
          <ac:spMkLst>
            <pc:docMk/>
            <pc:sldMk cId="2901665634" sldId="438"/>
            <ac:spMk id="7" creationId="{1E0BE4B5-483D-4392-8A4B-B16C7C2EAADD}"/>
          </ac:spMkLst>
        </pc:spChg>
      </pc:sldChg>
      <pc:sldChg chg="addSp delSp modSp mod">
        <pc:chgData name="LYU, Mingsong [COMP]" userId="5d5ceb49-d733-4a5d-9ffa-07273d49f3d4" providerId="ADAL" clId="{1DB59D62-17F6-4616-A6B8-F42604844974}" dt="2026-09-03T09:30:25.675" v="159" actId="1036"/>
        <pc:sldMkLst>
          <pc:docMk/>
          <pc:sldMk cId="3070528189" sldId="439"/>
        </pc:sldMkLst>
        <pc:spChg chg="mod">
          <ac:chgData name="LYU, Mingsong [COMP]" userId="5d5ceb49-d733-4a5d-9ffa-07273d49f3d4" providerId="ADAL" clId="{1DB59D62-17F6-4616-A6B8-F42604844974}" dt="2026-09-03T09:30:17.371" v="136" actId="114"/>
          <ac:spMkLst>
            <pc:docMk/>
            <pc:sldMk cId="3070528189" sldId="439"/>
            <ac:spMk id="3" creationId="{3E76DF20-BF40-483C-BDDB-14EA17ACB6C8}"/>
          </ac:spMkLst>
        </pc:spChg>
        <pc:spChg chg="add mod">
          <ac:chgData name="LYU, Mingsong [COMP]" userId="5d5ceb49-d733-4a5d-9ffa-07273d49f3d4" providerId="ADAL" clId="{1DB59D62-17F6-4616-A6B8-F42604844974}" dt="2026-09-03T09:30:25.675" v="159" actId="1036"/>
          <ac:spMkLst>
            <pc:docMk/>
            <pc:sldMk cId="3070528189" sldId="439"/>
            <ac:spMk id="16" creationId="{7D22BAA7-DD26-41F1-B8DC-E9A0E0AFE9E8}"/>
          </ac:spMkLst>
        </pc:spChg>
        <pc:spChg chg="mod">
          <ac:chgData name="LYU, Mingsong [COMP]" userId="5d5ceb49-d733-4a5d-9ffa-07273d49f3d4" providerId="ADAL" clId="{1DB59D62-17F6-4616-A6B8-F42604844974}" dt="2026-09-03T09:19:55.167" v="36"/>
          <ac:spMkLst>
            <pc:docMk/>
            <pc:sldMk cId="3070528189" sldId="439"/>
            <ac:spMk id="18" creationId="{F171CD35-60BE-42B3-8D90-15D119A9DCBC}"/>
          </ac:spMkLst>
        </pc:spChg>
        <pc:grpChg chg="mod">
          <ac:chgData name="LYU, Mingsong [COMP]" userId="5d5ceb49-d733-4a5d-9ffa-07273d49f3d4" providerId="ADAL" clId="{1DB59D62-17F6-4616-A6B8-F42604844974}" dt="2026-09-03T09:30:25.675" v="159" actId="1036"/>
          <ac:grpSpMkLst>
            <pc:docMk/>
            <pc:sldMk cId="3070528189" sldId="439"/>
            <ac:grpSpMk id="25" creationId="{0A48ADDF-AE43-44E4-B987-B60182B670EE}"/>
          </ac:grpSpMkLst>
        </pc:grpChg>
        <pc:picChg chg="mod">
          <ac:chgData name="LYU, Mingsong [COMP]" userId="5d5ceb49-d733-4a5d-9ffa-07273d49f3d4" providerId="ADAL" clId="{1DB59D62-17F6-4616-A6B8-F42604844974}" dt="2026-09-03T09:30:25.675" v="159" actId="1036"/>
          <ac:picMkLst>
            <pc:docMk/>
            <pc:sldMk cId="3070528189" sldId="439"/>
            <ac:picMk id="8" creationId="{55D50F5B-40CE-4795-8105-4FC5CB959AD1}"/>
          </ac:picMkLst>
        </pc:picChg>
      </pc:sldChg>
      <pc:sldChg chg="modSp mod">
        <pc:chgData name="LYU, Mingsong [COMP]" userId="5d5ceb49-d733-4a5d-9ffa-07273d49f3d4" providerId="ADAL" clId="{1DB59D62-17F6-4616-A6B8-F42604844974}" dt="2026-09-03T09:23:27.638" v="76" actId="166"/>
        <pc:sldMkLst>
          <pc:docMk/>
          <pc:sldMk cId="2558384471" sldId="440"/>
        </pc:sldMkLst>
        <pc:spChg chg="ord">
          <ac:chgData name="LYU, Mingsong [COMP]" userId="5d5ceb49-d733-4a5d-9ffa-07273d49f3d4" providerId="ADAL" clId="{1DB59D62-17F6-4616-A6B8-F42604844974}" dt="2026-09-03T09:23:27.638" v="76" actId="166"/>
          <ac:spMkLst>
            <pc:docMk/>
            <pc:sldMk cId="2558384471" sldId="440"/>
            <ac:spMk id="3" creationId="{3E76DF20-BF40-483C-BDDB-14EA17ACB6C8}"/>
          </ac:spMkLst>
        </pc:spChg>
        <pc:spChg chg="mod">
          <ac:chgData name="LYU, Mingsong [COMP]" userId="5d5ceb49-d733-4a5d-9ffa-07273d49f3d4" providerId="ADAL" clId="{1DB59D62-17F6-4616-A6B8-F42604844974}" dt="2026-09-03T09:23:08.847" v="60" actId="20577"/>
          <ac:spMkLst>
            <pc:docMk/>
            <pc:sldMk cId="2558384471" sldId="440"/>
            <ac:spMk id="25" creationId="{2C43EDE7-9E4C-44D4-A185-5C796ACD17F4}"/>
          </ac:spMkLst>
        </pc:spChg>
        <pc:spChg chg="mod">
          <ac:chgData name="LYU, Mingsong [COMP]" userId="5d5ceb49-d733-4a5d-9ffa-07273d49f3d4" providerId="ADAL" clId="{1DB59D62-17F6-4616-A6B8-F42604844974}" dt="2026-09-03T09:23:15.679" v="70" actId="20577"/>
          <ac:spMkLst>
            <pc:docMk/>
            <pc:sldMk cId="2558384471" sldId="440"/>
            <ac:spMk id="27" creationId="{F832B8D3-7C99-4573-8678-E51C17EE7A95}"/>
          </ac:spMkLst>
        </pc:spChg>
        <pc:spChg chg="mod">
          <ac:chgData name="LYU, Mingsong [COMP]" userId="5d5ceb49-d733-4a5d-9ffa-07273d49f3d4" providerId="ADAL" clId="{1DB59D62-17F6-4616-A6B8-F42604844974}" dt="2026-09-03T09:23:19.624" v="75" actId="20577"/>
          <ac:spMkLst>
            <pc:docMk/>
            <pc:sldMk cId="2558384471" sldId="440"/>
            <ac:spMk id="30" creationId="{AC392ED0-B1A8-48AF-A352-EFB2BBD8CB6A}"/>
          </ac:spMkLst>
        </pc:spChg>
        <pc:spChg chg="mod">
          <ac:chgData name="LYU, Mingsong [COMP]" userId="5d5ceb49-d733-4a5d-9ffa-07273d49f3d4" providerId="ADAL" clId="{1DB59D62-17F6-4616-A6B8-F42604844974}" dt="2026-09-03T09:23:12.635" v="65" actId="20577"/>
          <ac:spMkLst>
            <pc:docMk/>
            <pc:sldMk cId="2558384471" sldId="440"/>
            <ac:spMk id="31" creationId="{C00D8993-6BC6-4CE0-AD0D-71B518CAE159}"/>
          </ac:spMkLst>
        </pc:spChg>
        <pc:grpChg chg="mod">
          <ac:chgData name="LYU, Mingsong [COMP]" userId="5d5ceb49-d733-4a5d-9ffa-07273d49f3d4" providerId="ADAL" clId="{1DB59D62-17F6-4616-A6B8-F42604844974}" dt="2026-09-03T09:23:08.847" v="60" actId="20577"/>
          <ac:grpSpMkLst>
            <pc:docMk/>
            <pc:sldMk cId="2558384471" sldId="440"/>
            <ac:grpSpMk id="26" creationId="{5901F8C4-7859-438C-8F1E-BB39F143547F}"/>
          </ac:grpSpMkLst>
        </pc:grpChg>
        <pc:grpChg chg="mod">
          <ac:chgData name="LYU, Mingsong [COMP]" userId="5d5ceb49-d733-4a5d-9ffa-07273d49f3d4" providerId="ADAL" clId="{1DB59D62-17F6-4616-A6B8-F42604844974}" dt="2026-09-03T09:23:15.679" v="70" actId="20577"/>
          <ac:grpSpMkLst>
            <pc:docMk/>
            <pc:sldMk cId="2558384471" sldId="440"/>
            <ac:grpSpMk id="29" creationId="{6A035597-1045-4108-AD1E-36187E57BC3D}"/>
          </ac:grpSpMkLst>
        </pc:grpChg>
        <pc:grpChg chg="mod">
          <ac:chgData name="LYU, Mingsong [COMP]" userId="5d5ceb49-d733-4a5d-9ffa-07273d49f3d4" providerId="ADAL" clId="{1DB59D62-17F6-4616-A6B8-F42604844974}" dt="2026-09-03T09:23:12.635" v="65" actId="20577"/>
          <ac:grpSpMkLst>
            <pc:docMk/>
            <pc:sldMk cId="2558384471" sldId="440"/>
            <ac:grpSpMk id="32" creationId="{A360FC29-0E8B-4F2D-81B6-5D7C4317B01D}"/>
          </ac:grpSpMkLst>
        </pc:grpChg>
        <pc:grpChg chg="mod">
          <ac:chgData name="LYU, Mingsong [COMP]" userId="5d5ceb49-d733-4a5d-9ffa-07273d49f3d4" providerId="ADAL" clId="{1DB59D62-17F6-4616-A6B8-F42604844974}" dt="2026-09-03T09:23:19.624" v="75" actId="20577"/>
          <ac:grpSpMkLst>
            <pc:docMk/>
            <pc:sldMk cId="2558384471" sldId="440"/>
            <ac:grpSpMk id="33" creationId="{07C7880C-FFF4-48CE-9A73-A5140C75181D}"/>
          </ac:grpSpMkLst>
        </pc:grpChg>
        <pc:cxnChg chg="mod">
          <ac:chgData name="LYU, Mingsong [COMP]" userId="5d5ceb49-d733-4a5d-9ffa-07273d49f3d4" providerId="ADAL" clId="{1DB59D62-17F6-4616-A6B8-F42604844974}" dt="2026-09-03T09:23:08.847" v="60" actId="20577"/>
          <ac:cxnSpMkLst>
            <pc:docMk/>
            <pc:sldMk cId="2558384471" sldId="440"/>
            <ac:cxnSpMk id="10" creationId="{FB07D120-67A0-4C1B-8FC1-851398CD64FA}"/>
          </ac:cxnSpMkLst>
        </pc:cxnChg>
        <pc:cxnChg chg="mod">
          <ac:chgData name="LYU, Mingsong [COMP]" userId="5d5ceb49-d733-4a5d-9ffa-07273d49f3d4" providerId="ADAL" clId="{1DB59D62-17F6-4616-A6B8-F42604844974}" dt="2026-09-03T09:23:15.679" v="70" actId="20577"/>
          <ac:cxnSpMkLst>
            <pc:docMk/>
            <pc:sldMk cId="2558384471" sldId="440"/>
            <ac:cxnSpMk id="11" creationId="{4B71048F-E3B2-4FAB-87A5-D847CD8D6AD2}"/>
          </ac:cxnSpMkLst>
        </pc:cxnChg>
        <pc:cxnChg chg="mod">
          <ac:chgData name="LYU, Mingsong [COMP]" userId="5d5ceb49-d733-4a5d-9ffa-07273d49f3d4" providerId="ADAL" clId="{1DB59D62-17F6-4616-A6B8-F42604844974}" dt="2026-09-03T09:23:12.635" v="65" actId="20577"/>
          <ac:cxnSpMkLst>
            <pc:docMk/>
            <pc:sldMk cId="2558384471" sldId="440"/>
            <ac:cxnSpMk id="14" creationId="{F7778F81-FF80-4954-9C5C-EF69A41B26C5}"/>
          </ac:cxnSpMkLst>
        </pc:cxnChg>
        <pc:cxnChg chg="mod">
          <ac:chgData name="LYU, Mingsong [COMP]" userId="5d5ceb49-d733-4a5d-9ffa-07273d49f3d4" providerId="ADAL" clId="{1DB59D62-17F6-4616-A6B8-F42604844974}" dt="2026-09-03T09:23:19.624" v="75" actId="20577"/>
          <ac:cxnSpMkLst>
            <pc:docMk/>
            <pc:sldMk cId="2558384471" sldId="440"/>
            <ac:cxnSpMk id="21" creationId="{D3300863-4489-4932-96FB-3B57A7F4F559}"/>
          </ac:cxnSpMkLst>
        </pc:cxnChg>
      </pc:sldChg>
      <pc:sldChg chg="modAnim">
        <pc:chgData name="LYU, Mingsong [COMP]" userId="5d5ceb49-d733-4a5d-9ffa-07273d49f3d4" providerId="ADAL" clId="{1DB59D62-17F6-4616-A6B8-F42604844974}" dt="2026-09-13T12:31:34.904" v="2132"/>
        <pc:sldMkLst>
          <pc:docMk/>
          <pc:sldMk cId="3638079908" sldId="441"/>
        </pc:sldMkLst>
      </pc:sldChg>
      <pc:sldChg chg="addSp modSp mod">
        <pc:chgData name="LYU, Mingsong [COMP]" userId="5d5ceb49-d733-4a5d-9ffa-07273d49f3d4" providerId="ADAL" clId="{1DB59D62-17F6-4616-A6B8-F42604844974}" dt="2026-09-13T12:35:15.362" v="2208" actId="692"/>
        <pc:sldMkLst>
          <pc:docMk/>
          <pc:sldMk cId="1020353300" sldId="442"/>
        </pc:sldMkLst>
        <pc:spChg chg="add mod">
          <ac:chgData name="LYU, Mingsong [COMP]" userId="5d5ceb49-d733-4a5d-9ffa-07273d49f3d4" providerId="ADAL" clId="{1DB59D62-17F6-4616-A6B8-F42604844974}" dt="2026-09-13T12:35:10.921" v="2207" actId="207"/>
          <ac:spMkLst>
            <pc:docMk/>
            <pc:sldMk cId="1020353300" sldId="442"/>
            <ac:spMk id="13" creationId="{F62DF994-FD98-4218-BF7B-B52CBB46C1B4}"/>
          </ac:spMkLst>
        </pc:spChg>
        <pc:spChg chg="add mod">
          <ac:chgData name="LYU, Mingsong [COMP]" userId="5d5ceb49-d733-4a5d-9ffa-07273d49f3d4" providerId="ADAL" clId="{1DB59D62-17F6-4616-A6B8-F42604844974}" dt="2026-09-13T12:35:10.921" v="2207" actId="207"/>
          <ac:spMkLst>
            <pc:docMk/>
            <pc:sldMk cId="1020353300" sldId="442"/>
            <ac:spMk id="14" creationId="{5AD76FFC-9EFE-4144-8D3C-D6351A008A70}"/>
          </ac:spMkLst>
        </pc:spChg>
        <pc:cxnChg chg="add mod">
          <ac:chgData name="LYU, Mingsong [COMP]" userId="5d5ceb49-d733-4a5d-9ffa-07273d49f3d4" providerId="ADAL" clId="{1DB59D62-17F6-4616-A6B8-F42604844974}" dt="2026-09-13T12:35:15.362" v="2208" actId="692"/>
          <ac:cxnSpMkLst>
            <pc:docMk/>
            <pc:sldMk cId="1020353300" sldId="442"/>
            <ac:cxnSpMk id="6" creationId="{6DA00D30-6010-40DB-9BF3-12A4BF894EE3}"/>
          </ac:cxnSpMkLst>
        </pc:cxnChg>
        <pc:cxnChg chg="add mod">
          <ac:chgData name="LYU, Mingsong [COMP]" userId="5d5ceb49-d733-4a5d-9ffa-07273d49f3d4" providerId="ADAL" clId="{1DB59D62-17F6-4616-A6B8-F42604844974}" dt="2026-09-13T12:35:15.362" v="2208" actId="692"/>
          <ac:cxnSpMkLst>
            <pc:docMk/>
            <pc:sldMk cId="1020353300" sldId="442"/>
            <ac:cxnSpMk id="9" creationId="{5C4CC89C-2615-4627-863A-0B3A5FFF2DFC}"/>
          </ac:cxnSpMkLst>
        </pc:cxnChg>
      </pc:sldChg>
      <pc:sldChg chg="modSp mod">
        <pc:chgData name="LYU, Mingsong [COMP]" userId="5d5ceb49-d733-4a5d-9ffa-07273d49f3d4" providerId="ADAL" clId="{1DB59D62-17F6-4616-A6B8-F42604844974}" dt="2026-09-13T12:36:22.265" v="2215" actId="20577"/>
        <pc:sldMkLst>
          <pc:docMk/>
          <pc:sldMk cId="3809139741" sldId="443"/>
        </pc:sldMkLst>
        <pc:spChg chg="mod">
          <ac:chgData name="LYU, Mingsong [COMP]" userId="5d5ceb49-d733-4a5d-9ffa-07273d49f3d4" providerId="ADAL" clId="{1DB59D62-17F6-4616-A6B8-F42604844974}" dt="2026-09-03T09:30:46.125" v="160"/>
          <ac:spMkLst>
            <pc:docMk/>
            <pc:sldMk cId="3809139741" sldId="443"/>
            <ac:spMk id="2" creationId="{16FD9A9E-CE31-4FCF-96A1-7ED6EE1299C1}"/>
          </ac:spMkLst>
        </pc:spChg>
        <pc:spChg chg="mod">
          <ac:chgData name="LYU, Mingsong [COMP]" userId="5d5ceb49-d733-4a5d-9ffa-07273d49f3d4" providerId="ADAL" clId="{1DB59D62-17F6-4616-A6B8-F42604844974}" dt="2026-09-13T12:36:22.265" v="2215" actId="20577"/>
          <ac:spMkLst>
            <pc:docMk/>
            <pc:sldMk cId="3809139741" sldId="443"/>
            <ac:spMk id="3" creationId="{3E76DF20-BF40-483C-BDDB-14EA17ACB6C8}"/>
          </ac:spMkLst>
        </pc:spChg>
      </pc:sldChg>
      <pc:sldChg chg="addSp delSp modSp mod delAnim modAnim">
        <pc:chgData name="LYU, Mingsong [COMP]" userId="5d5ceb49-d733-4a5d-9ffa-07273d49f3d4" providerId="ADAL" clId="{1DB59D62-17F6-4616-A6B8-F42604844974}" dt="2026-09-13T12:54:09.205" v="2591"/>
        <pc:sldMkLst>
          <pc:docMk/>
          <pc:sldMk cId="1408732129" sldId="444"/>
        </pc:sldMkLst>
        <pc:spChg chg="mod">
          <ac:chgData name="LYU, Mingsong [COMP]" userId="5d5ceb49-d733-4a5d-9ffa-07273d49f3d4" providerId="ADAL" clId="{1DB59D62-17F6-4616-A6B8-F42604844974}" dt="2026-09-13T12:50:36.728" v="2466" actId="20577"/>
          <ac:spMkLst>
            <pc:docMk/>
            <pc:sldMk cId="1408732129" sldId="444"/>
            <ac:spMk id="3" creationId="{3E76DF20-BF40-483C-BDDB-14EA17ACB6C8}"/>
          </ac:spMkLst>
        </pc:spChg>
        <pc:spChg chg="mod">
          <ac:chgData name="LYU, Mingsong [COMP]" userId="5d5ceb49-d733-4a5d-9ffa-07273d49f3d4" providerId="ADAL" clId="{1DB59D62-17F6-4616-A6B8-F42604844974}" dt="2026-09-13T12:52:02.160" v="2530" actId="1076"/>
          <ac:spMkLst>
            <pc:docMk/>
            <pc:sldMk cId="1408732129" sldId="444"/>
            <ac:spMk id="7" creationId="{BC0A1EC7-D55E-43C2-81B7-22D81EFAB532}"/>
          </ac:spMkLst>
        </pc:spChg>
        <pc:spChg chg="del">
          <ac:chgData name="LYU, Mingsong [COMP]" userId="5d5ceb49-d733-4a5d-9ffa-07273d49f3d4" providerId="ADAL" clId="{1DB59D62-17F6-4616-A6B8-F42604844974}" dt="2026-09-13T12:48:40.096" v="2386" actId="478"/>
          <ac:spMkLst>
            <pc:docMk/>
            <pc:sldMk cId="1408732129" sldId="444"/>
            <ac:spMk id="9" creationId="{4A022FFF-2BC8-423B-BA38-36B4BBDD5A0A}"/>
          </ac:spMkLst>
        </pc:spChg>
        <pc:spChg chg="add mod">
          <ac:chgData name="LYU, Mingsong [COMP]" userId="5d5ceb49-d733-4a5d-9ffa-07273d49f3d4" providerId="ADAL" clId="{1DB59D62-17F6-4616-A6B8-F42604844974}" dt="2026-09-13T12:52:07.708" v="2531" actId="1076"/>
          <ac:spMkLst>
            <pc:docMk/>
            <pc:sldMk cId="1408732129" sldId="444"/>
            <ac:spMk id="10" creationId="{BEA25420-F624-4560-B7D1-A1313AC30351}"/>
          </ac:spMkLst>
        </pc:spChg>
        <pc:graphicFrameChg chg="add mod modGraphic">
          <ac:chgData name="LYU, Mingsong [COMP]" userId="5d5ceb49-d733-4a5d-9ffa-07273d49f3d4" providerId="ADAL" clId="{1DB59D62-17F6-4616-A6B8-F42604844974}" dt="2026-09-13T12:53:59.425" v="2590" actId="113"/>
          <ac:graphicFrameMkLst>
            <pc:docMk/>
            <pc:sldMk cId="1408732129" sldId="444"/>
            <ac:graphicFrameMk id="8" creationId="{30C3E971-0A65-4CA3-A2DA-314FB8AA354B}"/>
          </ac:graphicFrameMkLst>
        </pc:graphicFrameChg>
      </pc:sldChg>
      <pc:sldChg chg="modSp mod">
        <pc:chgData name="LYU, Mingsong [COMP]" userId="5d5ceb49-d733-4a5d-9ffa-07273d49f3d4" providerId="ADAL" clId="{1DB59D62-17F6-4616-A6B8-F42604844974}" dt="2026-09-03T09:31:09.398" v="170" actId="114"/>
        <pc:sldMkLst>
          <pc:docMk/>
          <pc:sldMk cId="3466031851" sldId="446"/>
        </pc:sldMkLst>
        <pc:spChg chg="mod">
          <ac:chgData name="LYU, Mingsong [COMP]" userId="5d5ceb49-d733-4a5d-9ffa-07273d49f3d4" providerId="ADAL" clId="{1DB59D62-17F6-4616-A6B8-F42604844974}" dt="2026-09-03T09:31:09.398" v="170" actId="114"/>
          <ac:spMkLst>
            <pc:docMk/>
            <pc:sldMk cId="3466031851" sldId="446"/>
            <ac:spMk id="2" creationId="{16FD9A9E-CE31-4FCF-96A1-7ED6EE1299C1}"/>
          </ac:spMkLst>
        </pc:spChg>
      </pc:sldChg>
      <pc:sldChg chg="addSp delSp modSp mod">
        <pc:chgData name="LYU, Mingsong [COMP]" userId="5d5ceb49-d733-4a5d-9ffa-07273d49f3d4" providerId="ADAL" clId="{1DB59D62-17F6-4616-A6B8-F42604844974}" dt="2026-09-03T09:36:22.786" v="173" actId="167"/>
        <pc:sldMkLst>
          <pc:docMk/>
          <pc:sldMk cId="1176807421" sldId="447"/>
        </pc:sldMkLst>
        <pc:picChg chg="add mod ord">
          <ac:chgData name="LYU, Mingsong [COMP]" userId="5d5ceb49-d733-4a5d-9ffa-07273d49f3d4" providerId="ADAL" clId="{1DB59D62-17F6-4616-A6B8-F42604844974}" dt="2026-09-03T09:36:22.786" v="173" actId="167"/>
          <ac:picMkLst>
            <pc:docMk/>
            <pc:sldMk cId="1176807421" sldId="447"/>
            <ac:picMk id="15" creationId="{0323D7B9-7DC8-4071-8C16-17A018BE66C1}"/>
          </ac:picMkLst>
        </pc:picChg>
      </pc:sldChg>
      <pc:sldChg chg="modSp mod">
        <pc:chgData name="LYU, Mingsong [COMP]" userId="5d5ceb49-d733-4a5d-9ffa-07273d49f3d4" providerId="ADAL" clId="{1DB59D62-17F6-4616-A6B8-F42604844974}" dt="2026-09-13T13:04:18.532" v="2716" actId="16959"/>
        <pc:sldMkLst>
          <pc:docMk/>
          <pc:sldMk cId="2719922060" sldId="448"/>
        </pc:sldMkLst>
        <pc:spChg chg="mod">
          <ac:chgData name="LYU, Mingsong [COMP]" userId="5d5ceb49-d733-4a5d-9ffa-07273d49f3d4" providerId="ADAL" clId="{1DB59D62-17F6-4616-A6B8-F42604844974}" dt="2026-09-13T13:04:18.532" v="2716" actId="16959"/>
          <ac:spMkLst>
            <pc:docMk/>
            <pc:sldMk cId="2719922060" sldId="448"/>
            <ac:spMk id="3" creationId="{3E76DF20-BF40-483C-BDDB-14EA17ACB6C8}"/>
          </ac:spMkLst>
        </pc:spChg>
      </pc:sldChg>
      <pc:sldChg chg="addSp delSp modSp mod delAnim modAnim">
        <pc:chgData name="LYU, Mingsong [COMP]" userId="5d5ceb49-d733-4a5d-9ffa-07273d49f3d4" providerId="ADAL" clId="{1DB59D62-17F6-4616-A6B8-F42604844974}" dt="2026-09-13T13:06:54.458" v="2728" actId="20577"/>
        <pc:sldMkLst>
          <pc:docMk/>
          <pc:sldMk cId="1252700634" sldId="450"/>
        </pc:sldMkLst>
        <pc:spChg chg="mod">
          <ac:chgData name="LYU, Mingsong [COMP]" userId="5d5ceb49-d733-4a5d-9ffa-07273d49f3d4" providerId="ADAL" clId="{1DB59D62-17F6-4616-A6B8-F42604844974}" dt="2026-09-03T10:42:08.621" v="174"/>
          <ac:spMkLst>
            <pc:docMk/>
            <pc:sldMk cId="1252700634" sldId="450"/>
            <ac:spMk id="2" creationId="{16FD9A9E-CE31-4FCF-96A1-7ED6EE1299C1}"/>
          </ac:spMkLst>
        </pc:spChg>
        <pc:spChg chg="mod">
          <ac:chgData name="LYU, Mingsong [COMP]" userId="5d5ceb49-d733-4a5d-9ffa-07273d49f3d4" providerId="ADAL" clId="{1DB59D62-17F6-4616-A6B8-F42604844974}" dt="2026-09-13T13:06:54.458" v="2728" actId="20577"/>
          <ac:spMkLst>
            <pc:docMk/>
            <pc:sldMk cId="1252700634" sldId="450"/>
            <ac:spMk id="3" creationId="{3E76DF20-BF40-483C-BDDB-14EA17ACB6C8}"/>
          </ac:spMkLst>
        </pc:spChg>
        <pc:spChg chg="add mod">
          <ac:chgData name="LYU, Mingsong [COMP]" userId="5d5ceb49-d733-4a5d-9ffa-07273d49f3d4" providerId="ADAL" clId="{1DB59D62-17F6-4616-A6B8-F42604844974}" dt="2026-09-03T10:44:03.171" v="506" actId="12788"/>
          <ac:spMkLst>
            <pc:docMk/>
            <pc:sldMk cId="1252700634" sldId="450"/>
            <ac:spMk id="6" creationId="{92A86596-16F0-4BDF-8951-558E90DC5AB6}"/>
          </ac:spMkLst>
        </pc:spChg>
        <pc:picChg chg="add del mod">
          <ac:chgData name="LYU, Mingsong [COMP]" userId="5d5ceb49-d733-4a5d-9ffa-07273d49f3d4" providerId="ADAL" clId="{1DB59D62-17F6-4616-A6B8-F42604844974}" dt="2026-09-13T13:06:02.176" v="2717" actId="21"/>
          <ac:picMkLst>
            <pc:docMk/>
            <pc:sldMk cId="1252700634" sldId="450"/>
            <ac:picMk id="8" creationId="{C8B6CDC9-5E20-412D-B329-DF3B8B146AFB}"/>
          </ac:picMkLst>
        </pc:picChg>
        <pc:picChg chg="add del mod">
          <ac:chgData name="LYU, Mingsong [COMP]" userId="5d5ceb49-d733-4a5d-9ffa-07273d49f3d4" providerId="ADAL" clId="{1DB59D62-17F6-4616-A6B8-F42604844974}" dt="2026-09-13T13:06:50.913" v="2725" actId="478"/>
          <ac:picMkLst>
            <pc:docMk/>
            <pc:sldMk cId="1252700634" sldId="450"/>
            <ac:picMk id="9" creationId="{6855F5CF-43AE-4938-84B3-F2C11333CFD2}"/>
          </ac:picMkLst>
        </pc:picChg>
      </pc:sldChg>
      <pc:sldChg chg="addSp modSp mod modAnim">
        <pc:chgData name="LYU, Mingsong [COMP]" userId="5d5ceb49-d733-4a5d-9ffa-07273d49f3d4" providerId="ADAL" clId="{1DB59D62-17F6-4616-A6B8-F42604844974}" dt="2026-09-13T13:10:50.105" v="2751" actId="1036"/>
        <pc:sldMkLst>
          <pc:docMk/>
          <pc:sldMk cId="1603898003" sldId="451"/>
        </pc:sldMkLst>
        <pc:spChg chg="mod">
          <ac:chgData name="LYU, Mingsong [COMP]" userId="5d5ceb49-d733-4a5d-9ffa-07273d49f3d4" providerId="ADAL" clId="{1DB59D62-17F6-4616-A6B8-F42604844974}" dt="2026-09-03T10:48:20.430" v="553"/>
          <ac:spMkLst>
            <pc:docMk/>
            <pc:sldMk cId="1603898003" sldId="451"/>
            <ac:spMk id="2" creationId="{16FD9A9E-CE31-4FCF-96A1-7ED6EE1299C1}"/>
          </ac:spMkLst>
        </pc:spChg>
        <pc:spChg chg="mod">
          <ac:chgData name="LYU, Mingsong [COMP]" userId="5d5ceb49-d733-4a5d-9ffa-07273d49f3d4" providerId="ADAL" clId="{1DB59D62-17F6-4616-A6B8-F42604844974}" dt="2026-09-03T12:16:38.493" v="1001" actId="20577"/>
          <ac:spMkLst>
            <pc:docMk/>
            <pc:sldMk cId="1603898003" sldId="451"/>
            <ac:spMk id="3" creationId="{3E76DF20-BF40-483C-BDDB-14EA17ACB6C8}"/>
          </ac:spMkLst>
        </pc:spChg>
        <pc:spChg chg="add mod ord">
          <ac:chgData name="LYU, Mingsong [COMP]" userId="5d5ceb49-d733-4a5d-9ffa-07273d49f3d4" providerId="ADAL" clId="{1DB59D62-17F6-4616-A6B8-F42604844974}" dt="2026-09-13T13:10:50.105" v="2751" actId="1036"/>
          <ac:spMkLst>
            <pc:docMk/>
            <pc:sldMk cId="1603898003" sldId="451"/>
            <ac:spMk id="7" creationId="{498C2432-BA54-401E-B807-74A32F9BBEB4}"/>
          </ac:spMkLst>
        </pc:spChg>
        <pc:picChg chg="add mod modCrop">
          <ac:chgData name="LYU, Mingsong [COMP]" userId="5d5ceb49-d733-4a5d-9ffa-07273d49f3d4" providerId="ADAL" clId="{1DB59D62-17F6-4616-A6B8-F42604844974}" dt="2026-09-13T13:10:33.256" v="2741" actId="1076"/>
          <ac:picMkLst>
            <pc:docMk/>
            <pc:sldMk cId="1603898003" sldId="451"/>
            <ac:picMk id="9" creationId="{DFDCDBA0-38F3-4A42-9109-48FF984B03A4}"/>
          </ac:picMkLst>
        </pc:picChg>
      </pc:sldChg>
      <pc:sldChg chg="addSp delSp modSp mod">
        <pc:chgData name="LYU, Mingsong [COMP]" userId="5d5ceb49-d733-4a5d-9ffa-07273d49f3d4" providerId="ADAL" clId="{1DB59D62-17F6-4616-A6B8-F42604844974}" dt="2026-09-13T13:17:26.235" v="2763" actId="1036"/>
        <pc:sldMkLst>
          <pc:docMk/>
          <pc:sldMk cId="1456342691" sldId="452"/>
        </pc:sldMkLst>
        <pc:spChg chg="mod">
          <ac:chgData name="LYU, Mingsong [COMP]" userId="5d5ceb49-d733-4a5d-9ffa-07273d49f3d4" providerId="ADAL" clId="{1DB59D62-17F6-4616-A6B8-F42604844974}" dt="2026-09-03T10:57:24.301" v="627"/>
          <ac:spMkLst>
            <pc:docMk/>
            <pc:sldMk cId="1456342691" sldId="452"/>
            <ac:spMk id="2" creationId="{16FD9A9E-CE31-4FCF-96A1-7ED6EE1299C1}"/>
          </ac:spMkLst>
        </pc:spChg>
        <pc:spChg chg="mod">
          <ac:chgData name="LYU, Mingsong [COMP]" userId="5d5ceb49-d733-4a5d-9ffa-07273d49f3d4" providerId="ADAL" clId="{1DB59D62-17F6-4616-A6B8-F42604844974}" dt="2026-09-03T12:16:58.399" v="1008" actId="20577"/>
          <ac:spMkLst>
            <pc:docMk/>
            <pc:sldMk cId="1456342691" sldId="452"/>
            <ac:spMk id="3" creationId="{3E76DF20-BF40-483C-BDDB-14EA17ACB6C8}"/>
          </ac:spMkLst>
        </pc:spChg>
        <pc:picChg chg="add del mod modCrop">
          <ac:chgData name="LYU, Mingsong [COMP]" userId="5d5ceb49-d733-4a5d-9ffa-07273d49f3d4" providerId="ADAL" clId="{1DB59D62-17F6-4616-A6B8-F42604844974}" dt="2026-09-13T13:17:01.524" v="2752" actId="478"/>
          <ac:picMkLst>
            <pc:docMk/>
            <pc:sldMk cId="1456342691" sldId="452"/>
            <ac:picMk id="7" creationId="{6EAE6177-7D5B-45B9-AD38-4DD60E6B9D4F}"/>
          </ac:picMkLst>
        </pc:picChg>
        <pc:picChg chg="add mod">
          <ac:chgData name="LYU, Mingsong [COMP]" userId="5d5ceb49-d733-4a5d-9ffa-07273d49f3d4" providerId="ADAL" clId="{1DB59D62-17F6-4616-A6B8-F42604844974}" dt="2026-09-13T13:17:26.235" v="2763" actId="1036"/>
          <ac:picMkLst>
            <pc:docMk/>
            <pc:sldMk cId="1456342691" sldId="452"/>
            <ac:picMk id="8" creationId="{694BEE46-6F7A-40A0-99F0-94146B0A3BF4}"/>
          </ac:picMkLst>
        </pc:picChg>
      </pc:sldChg>
      <pc:sldChg chg="addSp delSp modSp mod modAnim">
        <pc:chgData name="LYU, Mingsong [COMP]" userId="5d5ceb49-d733-4a5d-9ffa-07273d49f3d4" providerId="ADAL" clId="{1DB59D62-17F6-4616-A6B8-F42604844974}" dt="2026-09-13T13:21:11.355" v="2870" actId="20577"/>
        <pc:sldMkLst>
          <pc:docMk/>
          <pc:sldMk cId="3680969427" sldId="453"/>
        </pc:sldMkLst>
        <pc:spChg chg="add del mod">
          <ac:chgData name="LYU, Mingsong [COMP]" userId="5d5ceb49-d733-4a5d-9ffa-07273d49f3d4" providerId="ADAL" clId="{1DB59D62-17F6-4616-A6B8-F42604844974}" dt="2026-09-03T11:02:23.501" v="687" actId="20577"/>
          <ac:spMkLst>
            <pc:docMk/>
            <pc:sldMk cId="3680969427" sldId="453"/>
            <ac:spMk id="2" creationId="{16FD9A9E-CE31-4FCF-96A1-7ED6EE1299C1}"/>
          </ac:spMkLst>
        </pc:spChg>
        <pc:spChg chg="mod">
          <ac:chgData name="LYU, Mingsong [COMP]" userId="5d5ceb49-d733-4a5d-9ffa-07273d49f3d4" providerId="ADAL" clId="{1DB59D62-17F6-4616-A6B8-F42604844974}" dt="2026-09-13T13:21:11.355" v="2870" actId="20577"/>
          <ac:spMkLst>
            <pc:docMk/>
            <pc:sldMk cId="3680969427" sldId="453"/>
            <ac:spMk id="3" creationId="{3E76DF20-BF40-483C-BDDB-14EA17ACB6C8}"/>
          </ac:spMkLst>
        </pc:spChg>
      </pc:sldChg>
      <pc:sldChg chg="addSp delSp modSp mod">
        <pc:chgData name="LYU, Mingsong [COMP]" userId="5d5ceb49-d733-4a5d-9ffa-07273d49f3d4" providerId="ADAL" clId="{1DB59D62-17F6-4616-A6B8-F42604844974}" dt="2026-09-03T11:13:29.747" v="713"/>
        <pc:sldMkLst>
          <pc:docMk/>
          <pc:sldMk cId="2028738883" sldId="454"/>
        </pc:sldMkLst>
        <pc:spChg chg="add del mod">
          <ac:chgData name="LYU, Mingsong [COMP]" userId="5d5ceb49-d733-4a5d-9ffa-07273d49f3d4" providerId="ADAL" clId="{1DB59D62-17F6-4616-A6B8-F42604844974}" dt="2026-09-03T11:13:29.747" v="713"/>
          <ac:spMkLst>
            <pc:docMk/>
            <pc:sldMk cId="2028738883" sldId="454"/>
            <ac:spMk id="2" creationId="{16FD9A9E-CE31-4FCF-96A1-7ED6EE1299C1}"/>
          </ac:spMkLst>
        </pc:spChg>
        <pc:picChg chg="add mod">
          <ac:chgData name="LYU, Mingsong [COMP]" userId="5d5ceb49-d733-4a5d-9ffa-07273d49f3d4" providerId="ADAL" clId="{1DB59D62-17F6-4616-A6B8-F42604844974}" dt="2026-09-03T11:12:14.518" v="708" actId="931"/>
          <ac:picMkLst>
            <pc:docMk/>
            <pc:sldMk cId="2028738883" sldId="454"/>
            <ac:picMk id="8" creationId="{E31BDF81-CE79-47AE-B81C-602765552EED}"/>
          </ac:picMkLst>
        </pc:picChg>
      </pc:sldChg>
      <pc:sldChg chg="addSp delSp modSp mod modAnim">
        <pc:chgData name="LYU, Mingsong [COMP]" userId="5d5ceb49-d733-4a5d-9ffa-07273d49f3d4" providerId="ADAL" clId="{1DB59D62-17F6-4616-A6B8-F42604844974}" dt="2026-09-03T12:30:16.441" v="1113" actId="122"/>
        <pc:sldMkLst>
          <pc:docMk/>
          <pc:sldMk cId="2538842727" sldId="455"/>
        </pc:sldMkLst>
        <pc:spChg chg="mod">
          <ac:chgData name="LYU, Mingsong [COMP]" userId="5d5ceb49-d733-4a5d-9ffa-07273d49f3d4" providerId="ADAL" clId="{1DB59D62-17F6-4616-A6B8-F42604844974}" dt="2026-09-03T11:11:37.938" v="707"/>
          <ac:spMkLst>
            <pc:docMk/>
            <pc:sldMk cId="2538842727" sldId="455"/>
            <ac:spMk id="2" creationId="{16FD9A9E-CE31-4FCF-96A1-7ED6EE1299C1}"/>
          </ac:spMkLst>
        </pc:spChg>
        <pc:spChg chg="mod">
          <ac:chgData name="LYU, Mingsong [COMP]" userId="5d5ceb49-d733-4a5d-9ffa-07273d49f3d4" providerId="ADAL" clId="{1DB59D62-17F6-4616-A6B8-F42604844974}" dt="2026-09-03T11:17:25.115" v="784" actId="20577"/>
          <ac:spMkLst>
            <pc:docMk/>
            <pc:sldMk cId="2538842727" sldId="455"/>
            <ac:spMk id="3" creationId="{3E76DF20-BF40-483C-BDDB-14EA17ACB6C8}"/>
          </ac:spMkLst>
        </pc:spChg>
        <pc:spChg chg="add mod">
          <ac:chgData name="LYU, Mingsong [COMP]" userId="5d5ceb49-d733-4a5d-9ffa-07273d49f3d4" providerId="ADAL" clId="{1DB59D62-17F6-4616-A6B8-F42604844974}" dt="2026-09-03T12:30:16.441" v="1113" actId="122"/>
          <ac:spMkLst>
            <pc:docMk/>
            <pc:sldMk cId="2538842727" sldId="455"/>
            <ac:spMk id="7" creationId="{E7F694B3-CEC2-42D1-9358-D1DEE5D89D46}"/>
          </ac:spMkLst>
        </pc:spChg>
      </pc:sldChg>
      <pc:sldChg chg="addSp delSp modSp mod modAnim">
        <pc:chgData name="LYU, Mingsong [COMP]" userId="5d5ceb49-d733-4a5d-9ffa-07273d49f3d4" providerId="ADAL" clId="{1DB59D62-17F6-4616-A6B8-F42604844974}" dt="2026-09-13T13:25:32.490" v="2924" actId="20577"/>
        <pc:sldMkLst>
          <pc:docMk/>
          <pc:sldMk cId="2716807010" sldId="456"/>
        </pc:sldMkLst>
        <pc:spChg chg="mod">
          <ac:chgData name="LYU, Mingsong [COMP]" userId="5d5ceb49-d733-4a5d-9ffa-07273d49f3d4" providerId="ADAL" clId="{1DB59D62-17F6-4616-A6B8-F42604844974}" dt="2026-09-03T11:25:04.608" v="823"/>
          <ac:spMkLst>
            <pc:docMk/>
            <pc:sldMk cId="2716807010" sldId="456"/>
            <ac:spMk id="2" creationId="{16FD9A9E-CE31-4FCF-96A1-7ED6EE1299C1}"/>
          </ac:spMkLst>
        </pc:spChg>
        <pc:spChg chg="add del mod">
          <ac:chgData name="LYU, Mingsong [COMP]" userId="5d5ceb49-d733-4a5d-9ffa-07273d49f3d4" providerId="ADAL" clId="{1DB59D62-17F6-4616-A6B8-F42604844974}" dt="2026-09-13T13:25:32.490" v="2924" actId="20577"/>
          <ac:spMkLst>
            <pc:docMk/>
            <pc:sldMk cId="2716807010" sldId="456"/>
            <ac:spMk id="3" creationId="{3E76DF20-BF40-483C-BDDB-14EA17ACB6C8}"/>
          </ac:spMkLst>
        </pc:spChg>
        <pc:spChg chg="add mod">
          <ac:chgData name="LYU, Mingsong [COMP]" userId="5d5ceb49-d733-4a5d-9ffa-07273d49f3d4" providerId="ADAL" clId="{1DB59D62-17F6-4616-A6B8-F42604844974}" dt="2026-09-03T11:29:35.762" v="937" actId="1036"/>
          <ac:spMkLst>
            <pc:docMk/>
            <pc:sldMk cId="2716807010" sldId="456"/>
            <ac:spMk id="8" creationId="{962EE439-8FCE-49D8-985B-0E18F300FAE5}"/>
          </ac:spMkLst>
        </pc:spChg>
      </pc:sldChg>
      <pc:sldChg chg="addSp delSp modSp mod modAnim">
        <pc:chgData name="LYU, Mingsong [COMP]" userId="5d5ceb49-d733-4a5d-9ffa-07273d49f3d4" providerId="ADAL" clId="{1DB59D62-17F6-4616-A6B8-F42604844974}" dt="2026-09-13T13:40:07.690" v="3241" actId="113"/>
        <pc:sldMkLst>
          <pc:docMk/>
          <pc:sldMk cId="3875743996" sldId="457"/>
        </pc:sldMkLst>
        <pc:spChg chg="mod">
          <ac:chgData name="LYU, Mingsong [COMP]" userId="5d5ceb49-d733-4a5d-9ffa-07273d49f3d4" providerId="ADAL" clId="{1DB59D62-17F6-4616-A6B8-F42604844974}" dt="2026-09-03T11:33:16.832" v="941"/>
          <ac:spMkLst>
            <pc:docMk/>
            <pc:sldMk cId="3875743996" sldId="457"/>
            <ac:spMk id="2" creationId="{16FD9A9E-CE31-4FCF-96A1-7ED6EE1299C1}"/>
          </ac:spMkLst>
        </pc:spChg>
        <pc:spChg chg="mod">
          <ac:chgData name="LYU, Mingsong [COMP]" userId="5d5ceb49-d733-4a5d-9ffa-07273d49f3d4" providerId="ADAL" clId="{1DB59D62-17F6-4616-A6B8-F42604844974}" dt="2026-09-13T13:40:07.690" v="3241" actId="113"/>
          <ac:spMkLst>
            <pc:docMk/>
            <pc:sldMk cId="3875743996" sldId="457"/>
            <ac:spMk id="3" creationId="{3E76DF20-BF40-483C-BDDB-14EA17ACB6C8}"/>
          </ac:spMkLst>
        </pc:spChg>
        <pc:spChg chg="add mod">
          <ac:chgData name="LYU, Mingsong [COMP]" userId="5d5ceb49-d733-4a5d-9ffa-07273d49f3d4" providerId="ADAL" clId="{1DB59D62-17F6-4616-A6B8-F42604844974}" dt="2026-09-03T12:32:14.748" v="1123" actId="1036"/>
          <ac:spMkLst>
            <pc:docMk/>
            <pc:sldMk cId="3875743996" sldId="457"/>
            <ac:spMk id="7" creationId="{049A4D43-8CCE-40E0-A489-3669F0992C39}"/>
          </ac:spMkLst>
        </pc:spChg>
      </pc:sldChg>
      <pc:sldChg chg="addSp delSp modSp mod">
        <pc:chgData name="LYU, Mingsong [COMP]" userId="5d5ceb49-d733-4a5d-9ffa-07273d49f3d4" providerId="ADAL" clId="{1DB59D62-17F6-4616-A6B8-F42604844974}" dt="2026-09-03T12:36:53.833" v="1125" actId="931"/>
        <pc:sldMkLst>
          <pc:docMk/>
          <pc:sldMk cId="128724185" sldId="458"/>
        </pc:sldMkLst>
        <pc:spChg chg="mod">
          <ac:chgData name="LYU, Mingsong [COMP]" userId="5d5ceb49-d733-4a5d-9ffa-07273d49f3d4" providerId="ADAL" clId="{1DB59D62-17F6-4616-A6B8-F42604844974}" dt="2026-09-03T11:36:53.938" v="987"/>
          <ac:spMkLst>
            <pc:docMk/>
            <pc:sldMk cId="128724185" sldId="458"/>
            <ac:spMk id="2" creationId="{16FD9A9E-CE31-4FCF-96A1-7ED6EE1299C1}"/>
          </ac:spMkLst>
        </pc:spChg>
        <pc:picChg chg="add mod">
          <ac:chgData name="LYU, Mingsong [COMP]" userId="5d5ceb49-d733-4a5d-9ffa-07273d49f3d4" providerId="ADAL" clId="{1DB59D62-17F6-4616-A6B8-F42604844974}" dt="2026-09-03T12:36:53.833" v="1125" actId="931"/>
          <ac:picMkLst>
            <pc:docMk/>
            <pc:sldMk cId="128724185" sldId="458"/>
            <ac:picMk id="8" creationId="{1654D1E2-3FFD-495E-BF8A-68C0DFB716BF}"/>
          </ac:picMkLst>
        </pc:picChg>
      </pc:sldChg>
      <pc:sldChg chg="addSp delSp modSp mod">
        <pc:chgData name="LYU, Mingsong [COMP]" userId="5d5ceb49-d733-4a5d-9ffa-07273d49f3d4" providerId="ADAL" clId="{1DB59D62-17F6-4616-A6B8-F42604844974}" dt="2026-09-03T13:39:17.282" v="1346" actId="931"/>
        <pc:sldMkLst>
          <pc:docMk/>
          <pc:sldMk cId="283496236" sldId="459"/>
        </pc:sldMkLst>
        <pc:spChg chg="mod">
          <ac:chgData name="LYU, Mingsong [COMP]" userId="5d5ceb49-d733-4a5d-9ffa-07273d49f3d4" providerId="ADAL" clId="{1DB59D62-17F6-4616-A6B8-F42604844974}" dt="2026-09-03T12:57:22.799" v="1267"/>
          <ac:spMkLst>
            <pc:docMk/>
            <pc:sldMk cId="283496236" sldId="459"/>
            <ac:spMk id="2" creationId="{16FD9A9E-CE31-4FCF-96A1-7ED6EE1299C1}"/>
          </ac:spMkLst>
        </pc:spChg>
        <pc:picChg chg="add mod">
          <ac:chgData name="LYU, Mingsong [COMP]" userId="5d5ceb49-d733-4a5d-9ffa-07273d49f3d4" providerId="ADAL" clId="{1DB59D62-17F6-4616-A6B8-F42604844974}" dt="2026-09-03T13:39:17.282" v="1346" actId="931"/>
          <ac:picMkLst>
            <pc:docMk/>
            <pc:sldMk cId="283496236" sldId="459"/>
            <ac:picMk id="11" creationId="{67131CB0-8161-46EA-B7F7-C8799853BC2E}"/>
          </ac:picMkLst>
        </pc:picChg>
      </pc:sldChg>
      <pc:sldChg chg="addSp delSp modSp mod">
        <pc:chgData name="LYU, Mingsong [COMP]" userId="5d5ceb49-d733-4a5d-9ffa-07273d49f3d4" providerId="ADAL" clId="{1DB59D62-17F6-4616-A6B8-F42604844974}" dt="2026-09-03T13:45:23.643" v="1348"/>
        <pc:sldMkLst>
          <pc:docMk/>
          <pc:sldMk cId="2845582695" sldId="460"/>
        </pc:sldMkLst>
        <pc:spChg chg="mod">
          <ac:chgData name="LYU, Mingsong [COMP]" userId="5d5ceb49-d733-4a5d-9ffa-07273d49f3d4" providerId="ADAL" clId="{1DB59D62-17F6-4616-A6B8-F42604844974}" dt="2026-09-03T13:07:03.571" v="1325" actId="20577"/>
          <ac:spMkLst>
            <pc:docMk/>
            <pc:sldMk cId="2845582695" sldId="460"/>
            <ac:spMk id="2" creationId="{16FD9A9E-CE31-4FCF-96A1-7ED6EE1299C1}"/>
          </ac:spMkLst>
        </pc:spChg>
        <pc:picChg chg="add mod">
          <ac:chgData name="LYU, Mingsong [COMP]" userId="5d5ceb49-d733-4a5d-9ffa-07273d49f3d4" providerId="ADAL" clId="{1DB59D62-17F6-4616-A6B8-F42604844974}" dt="2026-09-03T13:45:23.643" v="1348"/>
          <ac:picMkLst>
            <pc:docMk/>
            <pc:sldMk cId="2845582695" sldId="460"/>
            <ac:picMk id="3074" creationId="{23620AEC-3EC2-4117-B807-08501B8CF423}"/>
          </ac:picMkLst>
        </pc:picChg>
      </pc:sldChg>
      <pc:sldChg chg="addSp delSp modSp mod">
        <pc:chgData name="LYU, Mingsong [COMP]" userId="5d5ceb49-d733-4a5d-9ffa-07273d49f3d4" providerId="ADAL" clId="{1DB59D62-17F6-4616-A6B8-F42604844974}" dt="2026-09-03T13:50:56.458" v="1350" actId="931"/>
        <pc:sldMkLst>
          <pc:docMk/>
          <pc:sldMk cId="3954370171" sldId="461"/>
        </pc:sldMkLst>
        <pc:spChg chg="mod">
          <ac:chgData name="LYU, Mingsong [COMP]" userId="5d5ceb49-d733-4a5d-9ffa-07273d49f3d4" providerId="ADAL" clId="{1DB59D62-17F6-4616-A6B8-F42604844974}" dt="2026-09-03T13:23:31.970" v="1342"/>
          <ac:spMkLst>
            <pc:docMk/>
            <pc:sldMk cId="3954370171" sldId="461"/>
            <ac:spMk id="2" creationId="{16FD9A9E-CE31-4FCF-96A1-7ED6EE1299C1}"/>
          </ac:spMkLst>
        </pc:spChg>
        <pc:picChg chg="add mod">
          <ac:chgData name="LYU, Mingsong [COMP]" userId="5d5ceb49-d733-4a5d-9ffa-07273d49f3d4" providerId="ADAL" clId="{1DB59D62-17F6-4616-A6B8-F42604844974}" dt="2026-09-03T13:50:56.458" v="1350" actId="931"/>
          <ac:picMkLst>
            <pc:docMk/>
            <pc:sldMk cId="3954370171" sldId="461"/>
            <ac:picMk id="19" creationId="{AB9AE754-04AD-427F-98D9-E4481FF9EA2C}"/>
          </ac:picMkLst>
        </pc:picChg>
      </pc:sldChg>
      <pc:sldChg chg="addSp delSp modSp mod modAnim">
        <pc:chgData name="LYU, Mingsong [COMP]" userId="5d5ceb49-d733-4a5d-9ffa-07273d49f3d4" providerId="ADAL" clId="{1DB59D62-17F6-4616-A6B8-F42604844974}" dt="2026-09-13T13:49:09.425" v="3250" actId="1076"/>
        <pc:sldMkLst>
          <pc:docMk/>
          <pc:sldMk cId="3362026346" sldId="462"/>
        </pc:sldMkLst>
        <pc:spChg chg="mod">
          <ac:chgData name="LYU, Mingsong [COMP]" userId="5d5ceb49-d733-4a5d-9ffa-07273d49f3d4" providerId="ADAL" clId="{1DB59D62-17F6-4616-A6B8-F42604844974}" dt="2026-09-03T13:52:01.984" v="1351"/>
          <ac:spMkLst>
            <pc:docMk/>
            <pc:sldMk cId="3362026346" sldId="462"/>
            <ac:spMk id="2" creationId="{16FD9A9E-CE31-4FCF-96A1-7ED6EE1299C1}"/>
          </ac:spMkLst>
        </pc:spChg>
        <pc:spChg chg="add del mod">
          <ac:chgData name="LYU, Mingsong [COMP]" userId="5d5ceb49-d733-4a5d-9ffa-07273d49f3d4" providerId="ADAL" clId="{1DB59D62-17F6-4616-A6B8-F42604844974}" dt="2026-09-04T02:32:56.370" v="1914" actId="20577"/>
          <ac:spMkLst>
            <pc:docMk/>
            <pc:sldMk cId="3362026346" sldId="462"/>
            <ac:spMk id="3" creationId="{3E76DF20-BF40-483C-BDDB-14EA17ACB6C8}"/>
          </ac:spMkLst>
        </pc:spChg>
        <pc:picChg chg="add mod">
          <ac:chgData name="LYU, Mingsong [COMP]" userId="5d5ceb49-d733-4a5d-9ffa-07273d49f3d4" providerId="ADAL" clId="{1DB59D62-17F6-4616-A6B8-F42604844974}" dt="2026-09-13T13:49:06.768" v="3249" actId="1076"/>
          <ac:picMkLst>
            <pc:docMk/>
            <pc:sldMk cId="3362026346" sldId="462"/>
            <ac:picMk id="7" creationId="{47F05EED-151D-447D-B19E-017C12ED50BE}"/>
          </ac:picMkLst>
        </pc:picChg>
        <pc:picChg chg="add del mod">
          <ac:chgData name="LYU, Mingsong [COMP]" userId="5d5ceb49-d733-4a5d-9ffa-07273d49f3d4" providerId="ADAL" clId="{1DB59D62-17F6-4616-A6B8-F42604844974}" dt="2026-09-13T13:48:39.345" v="3244" actId="478"/>
          <ac:picMkLst>
            <pc:docMk/>
            <pc:sldMk cId="3362026346" sldId="462"/>
            <ac:picMk id="10" creationId="{0B47EFDF-650E-438E-B44D-DDD06B09DEA9}"/>
          </ac:picMkLst>
        </pc:picChg>
        <pc:picChg chg="add mod modCrop">
          <ac:chgData name="LYU, Mingsong [COMP]" userId="5d5ceb49-d733-4a5d-9ffa-07273d49f3d4" providerId="ADAL" clId="{1DB59D62-17F6-4616-A6B8-F42604844974}" dt="2026-09-13T13:49:09.425" v="3250" actId="1076"/>
          <ac:picMkLst>
            <pc:docMk/>
            <pc:sldMk cId="3362026346" sldId="462"/>
            <ac:picMk id="13" creationId="{7B6D7E48-7518-4BDD-A822-92D12025EC9C}"/>
          </ac:picMkLst>
        </pc:picChg>
      </pc:sldChg>
      <pc:sldChg chg="addSp delSp modSp mod">
        <pc:chgData name="LYU, Mingsong [COMP]" userId="5d5ceb49-d733-4a5d-9ffa-07273d49f3d4" providerId="ADAL" clId="{1DB59D62-17F6-4616-A6B8-F42604844974}" dt="2026-09-13T13:53:52.413" v="3252" actId="931"/>
        <pc:sldMkLst>
          <pc:docMk/>
          <pc:sldMk cId="1614644947" sldId="463"/>
        </pc:sldMkLst>
        <pc:spChg chg="mod">
          <ac:chgData name="LYU, Mingsong [COMP]" userId="5d5ceb49-d733-4a5d-9ffa-07273d49f3d4" providerId="ADAL" clId="{1DB59D62-17F6-4616-A6B8-F42604844974}" dt="2026-09-03T14:01:50.794" v="1396"/>
          <ac:spMkLst>
            <pc:docMk/>
            <pc:sldMk cId="1614644947" sldId="463"/>
            <ac:spMk id="2" creationId="{16FD9A9E-CE31-4FCF-96A1-7ED6EE1299C1}"/>
          </ac:spMkLst>
        </pc:spChg>
        <pc:spChg chg="add del mod">
          <ac:chgData name="LYU, Mingsong [COMP]" userId="5d5ceb49-d733-4a5d-9ffa-07273d49f3d4" providerId="ADAL" clId="{1DB59D62-17F6-4616-A6B8-F42604844974}" dt="2026-09-13T13:53:52.413" v="3252" actId="931"/>
          <ac:spMkLst>
            <pc:docMk/>
            <pc:sldMk cId="1614644947" sldId="463"/>
            <ac:spMk id="6" creationId="{6770EB6C-0588-47DA-A2BC-F2D3B9BE2E7C}"/>
          </ac:spMkLst>
        </pc:spChg>
        <pc:picChg chg="add mod">
          <ac:chgData name="LYU, Mingsong [COMP]" userId="5d5ceb49-d733-4a5d-9ffa-07273d49f3d4" providerId="ADAL" clId="{1DB59D62-17F6-4616-A6B8-F42604844974}" dt="2026-09-13T13:53:52.413" v="3252" actId="931"/>
          <ac:picMkLst>
            <pc:docMk/>
            <pc:sldMk cId="1614644947" sldId="463"/>
            <ac:picMk id="8" creationId="{09282E7E-CF52-4BE7-A34F-D67D80D41ED0}"/>
          </ac:picMkLst>
        </pc:picChg>
        <pc:picChg chg="add del mod">
          <ac:chgData name="LYU, Mingsong [COMP]" userId="5d5ceb49-d733-4a5d-9ffa-07273d49f3d4" providerId="ADAL" clId="{1DB59D62-17F6-4616-A6B8-F42604844974}" dt="2026-09-13T13:53:45.929" v="3251" actId="478"/>
          <ac:picMkLst>
            <pc:docMk/>
            <pc:sldMk cId="1614644947" sldId="463"/>
            <ac:picMk id="9" creationId="{DC0172F4-9669-49DD-B909-38E817B52656}"/>
          </ac:picMkLst>
        </pc:picChg>
      </pc:sldChg>
      <pc:sldChg chg="addSp delSp modSp mod">
        <pc:chgData name="LYU, Mingsong [COMP]" userId="5d5ceb49-d733-4a5d-9ffa-07273d49f3d4" providerId="ADAL" clId="{1DB59D62-17F6-4616-A6B8-F42604844974}" dt="2026-09-04T02:35:27.322" v="1977" actId="20577"/>
        <pc:sldMkLst>
          <pc:docMk/>
          <pc:sldMk cId="602236571" sldId="464"/>
        </pc:sldMkLst>
        <pc:spChg chg="mod">
          <ac:chgData name="LYU, Mingsong [COMP]" userId="5d5ceb49-d733-4a5d-9ffa-07273d49f3d4" providerId="ADAL" clId="{1DB59D62-17F6-4616-A6B8-F42604844974}" dt="2026-09-04T01:54:01.569" v="1475"/>
          <ac:spMkLst>
            <pc:docMk/>
            <pc:sldMk cId="602236571" sldId="464"/>
            <ac:spMk id="2" creationId="{16FD9A9E-CE31-4FCF-96A1-7ED6EE1299C1}"/>
          </ac:spMkLst>
        </pc:spChg>
        <pc:spChg chg="mod">
          <ac:chgData name="LYU, Mingsong [COMP]" userId="5d5ceb49-d733-4a5d-9ffa-07273d49f3d4" providerId="ADAL" clId="{1DB59D62-17F6-4616-A6B8-F42604844974}" dt="2026-09-04T01:56:13.884" v="1514" actId="20577"/>
          <ac:spMkLst>
            <pc:docMk/>
            <pc:sldMk cId="602236571" sldId="464"/>
            <ac:spMk id="3" creationId="{3E76DF20-BF40-483C-BDDB-14EA17ACB6C8}"/>
          </ac:spMkLst>
        </pc:spChg>
        <pc:graphicFrameChg chg="add mod modGraphic">
          <ac:chgData name="LYU, Mingsong [COMP]" userId="5d5ceb49-d733-4a5d-9ffa-07273d49f3d4" providerId="ADAL" clId="{1DB59D62-17F6-4616-A6B8-F42604844974}" dt="2026-09-04T02:35:27.322" v="1977" actId="20577"/>
          <ac:graphicFrameMkLst>
            <pc:docMk/>
            <pc:sldMk cId="602236571" sldId="464"/>
            <ac:graphicFrameMk id="7" creationId="{4D5E775D-41D2-44E5-880B-C619D5F4BE08}"/>
          </ac:graphicFrameMkLst>
        </pc:graphicFrameChg>
      </pc:sldChg>
      <pc:sldChg chg="addSp modSp mod modAnim">
        <pc:chgData name="LYU, Mingsong [COMP]" userId="5d5ceb49-d733-4a5d-9ffa-07273d49f3d4" providerId="ADAL" clId="{1DB59D62-17F6-4616-A6B8-F42604844974}" dt="2026-09-04T02:13:38.351" v="1751" actId="113"/>
        <pc:sldMkLst>
          <pc:docMk/>
          <pc:sldMk cId="107142062" sldId="465"/>
        </pc:sldMkLst>
        <pc:spChg chg="mod">
          <ac:chgData name="LYU, Mingsong [COMP]" userId="5d5ceb49-d733-4a5d-9ffa-07273d49f3d4" providerId="ADAL" clId="{1DB59D62-17F6-4616-A6B8-F42604844974}" dt="2026-09-04T01:58:33.074" v="1535"/>
          <ac:spMkLst>
            <pc:docMk/>
            <pc:sldMk cId="107142062" sldId="465"/>
            <ac:spMk id="2" creationId="{16FD9A9E-CE31-4FCF-96A1-7ED6EE1299C1}"/>
          </ac:spMkLst>
        </pc:spChg>
        <pc:spChg chg="mod">
          <ac:chgData name="LYU, Mingsong [COMP]" userId="5d5ceb49-d733-4a5d-9ffa-07273d49f3d4" providerId="ADAL" clId="{1DB59D62-17F6-4616-A6B8-F42604844974}" dt="2026-09-04T02:13:38.351" v="1751" actId="113"/>
          <ac:spMkLst>
            <pc:docMk/>
            <pc:sldMk cId="107142062" sldId="465"/>
            <ac:spMk id="3" creationId="{3E76DF20-BF40-483C-BDDB-14EA17ACB6C8}"/>
          </ac:spMkLst>
        </pc:spChg>
        <pc:spChg chg="add mod">
          <ac:chgData name="LYU, Mingsong [COMP]" userId="5d5ceb49-d733-4a5d-9ffa-07273d49f3d4" providerId="ADAL" clId="{1DB59D62-17F6-4616-A6B8-F42604844974}" dt="2026-09-04T02:03:55.876" v="1642" actId="1076"/>
          <ac:spMkLst>
            <pc:docMk/>
            <pc:sldMk cId="107142062" sldId="465"/>
            <ac:spMk id="9" creationId="{810A9009-A3B9-4927-B973-8E6FE7328232}"/>
          </ac:spMkLst>
        </pc:spChg>
        <pc:picChg chg="add mod">
          <ac:chgData name="LYU, Mingsong [COMP]" userId="5d5ceb49-d733-4a5d-9ffa-07273d49f3d4" providerId="ADAL" clId="{1DB59D62-17F6-4616-A6B8-F42604844974}" dt="2026-09-04T02:03:17.393" v="1628" actId="1076"/>
          <ac:picMkLst>
            <pc:docMk/>
            <pc:sldMk cId="107142062" sldId="465"/>
            <ac:picMk id="7" creationId="{7ED397EE-ABEC-4CEF-A8B4-218DF6F297E8}"/>
          </ac:picMkLst>
        </pc:picChg>
      </pc:sldChg>
      <pc:sldChg chg="addSp modSp mod">
        <pc:chgData name="LYU, Mingsong [COMP]" userId="5d5ceb49-d733-4a5d-9ffa-07273d49f3d4" providerId="ADAL" clId="{1DB59D62-17F6-4616-A6B8-F42604844974}" dt="2026-09-04T02:10:02.912" v="1716" actId="1035"/>
        <pc:sldMkLst>
          <pc:docMk/>
          <pc:sldMk cId="2041279635" sldId="466"/>
        </pc:sldMkLst>
        <pc:spChg chg="mod">
          <ac:chgData name="LYU, Mingsong [COMP]" userId="5d5ceb49-d733-4a5d-9ffa-07273d49f3d4" providerId="ADAL" clId="{1DB59D62-17F6-4616-A6B8-F42604844974}" dt="2026-09-04T02:06:23.674" v="1646"/>
          <ac:spMkLst>
            <pc:docMk/>
            <pc:sldMk cId="2041279635" sldId="466"/>
            <ac:spMk id="2" creationId="{16FD9A9E-CE31-4FCF-96A1-7ED6EE1299C1}"/>
          </ac:spMkLst>
        </pc:spChg>
        <pc:spChg chg="mod">
          <ac:chgData name="LYU, Mingsong [COMP]" userId="5d5ceb49-d733-4a5d-9ffa-07273d49f3d4" providerId="ADAL" clId="{1DB59D62-17F6-4616-A6B8-F42604844974}" dt="2026-09-04T02:09:32.954" v="1704" actId="20577"/>
          <ac:spMkLst>
            <pc:docMk/>
            <pc:sldMk cId="2041279635" sldId="466"/>
            <ac:spMk id="3" creationId="{3E76DF20-BF40-483C-BDDB-14EA17ACB6C8}"/>
          </ac:spMkLst>
        </pc:spChg>
        <pc:picChg chg="add mod modCrop">
          <ac:chgData name="LYU, Mingsong [COMP]" userId="5d5ceb49-d733-4a5d-9ffa-07273d49f3d4" providerId="ADAL" clId="{1DB59D62-17F6-4616-A6B8-F42604844974}" dt="2026-09-04T02:10:02.912" v="1716" actId="1035"/>
          <ac:picMkLst>
            <pc:docMk/>
            <pc:sldMk cId="2041279635" sldId="466"/>
            <ac:picMk id="7" creationId="{2AB0AECF-E687-47BE-8508-FE864BF5EBEC}"/>
          </ac:picMkLst>
        </pc:picChg>
      </pc:sldChg>
      <pc:sldChg chg="addSp delSp modSp mod modAnim">
        <pc:chgData name="LYU, Mingsong [COMP]" userId="5d5ceb49-d733-4a5d-9ffa-07273d49f3d4" providerId="ADAL" clId="{1DB59D62-17F6-4616-A6B8-F42604844974}" dt="2026-09-13T13:02:06.732" v="2706"/>
        <pc:sldMkLst>
          <pc:docMk/>
          <pc:sldMk cId="1127358097" sldId="478"/>
        </pc:sldMkLst>
        <pc:spChg chg="add mod">
          <ac:chgData name="LYU, Mingsong [COMP]" userId="5d5ceb49-d733-4a5d-9ffa-07273d49f3d4" providerId="ADAL" clId="{1DB59D62-17F6-4616-A6B8-F42604844974}" dt="2026-09-13T13:02:04.057" v="2705" actId="164"/>
          <ac:spMkLst>
            <pc:docMk/>
            <pc:sldMk cId="1127358097" sldId="478"/>
            <ac:spMk id="8" creationId="{578E7E2B-DF22-4DF8-A278-5D9CE68DD9B5}"/>
          </ac:spMkLst>
        </pc:spChg>
        <pc:grpChg chg="add mod">
          <ac:chgData name="LYU, Mingsong [COMP]" userId="5d5ceb49-d733-4a5d-9ffa-07273d49f3d4" providerId="ADAL" clId="{1DB59D62-17F6-4616-A6B8-F42604844974}" dt="2026-09-13T13:02:04.057" v="2705" actId="164"/>
          <ac:grpSpMkLst>
            <pc:docMk/>
            <pc:sldMk cId="1127358097" sldId="478"/>
            <ac:grpSpMk id="9" creationId="{382888F8-DC94-4ED8-9EA8-8B4F9F475184}"/>
          </ac:grpSpMkLst>
        </pc:grpChg>
        <pc:picChg chg="add mod ord modCrop">
          <ac:chgData name="LYU, Mingsong [COMP]" userId="5d5ceb49-d733-4a5d-9ffa-07273d49f3d4" providerId="ADAL" clId="{1DB59D62-17F6-4616-A6B8-F42604844974}" dt="2026-09-13T13:00:14.003" v="2602" actId="1076"/>
          <ac:picMkLst>
            <pc:docMk/>
            <pc:sldMk cId="1127358097" sldId="478"/>
            <ac:picMk id="6" creationId="{EB4AC073-5DED-49D0-8DB8-443C9E694F71}"/>
          </ac:picMkLst>
        </pc:picChg>
        <pc:picChg chg="add mod ord modCrop">
          <ac:chgData name="LYU, Mingsong [COMP]" userId="5d5ceb49-d733-4a5d-9ffa-07273d49f3d4" providerId="ADAL" clId="{1DB59D62-17F6-4616-A6B8-F42604844974}" dt="2026-09-13T12:59:56.727" v="2599" actId="732"/>
          <ac:picMkLst>
            <pc:docMk/>
            <pc:sldMk cId="1127358097" sldId="478"/>
            <ac:picMk id="11" creationId="{4945E835-C94E-49A3-902E-253AD0F68FA1}"/>
          </ac:picMkLst>
        </pc:picChg>
        <pc:cxnChg chg="add mod">
          <ac:chgData name="LYU, Mingsong [COMP]" userId="5d5ceb49-d733-4a5d-9ffa-07273d49f3d4" providerId="ADAL" clId="{1DB59D62-17F6-4616-A6B8-F42604844974}" dt="2026-09-13T13:02:04.057" v="2705" actId="164"/>
          <ac:cxnSpMkLst>
            <pc:docMk/>
            <pc:sldMk cId="1127358097" sldId="478"/>
            <ac:cxnSpMk id="7" creationId="{35C9F6E4-C26B-4900-A4DB-59F8B5E74A9C}"/>
          </ac:cxnSpMkLst>
        </pc:cxnChg>
      </pc:sldChg>
      <pc:sldChg chg="addSp modSp new mod ord modAnim">
        <pc:chgData name="LYU, Mingsong [COMP]" userId="5d5ceb49-d733-4a5d-9ffa-07273d49f3d4" providerId="ADAL" clId="{1DB59D62-17F6-4616-A6B8-F42604844974}" dt="2026-09-13T12:18:21.234" v="2126" actId="20577"/>
        <pc:sldMkLst>
          <pc:docMk/>
          <pc:sldMk cId="2646417542" sldId="479"/>
        </pc:sldMkLst>
        <pc:spChg chg="mod">
          <ac:chgData name="LYU, Mingsong [COMP]" userId="5d5ceb49-d733-4a5d-9ffa-07273d49f3d4" providerId="ADAL" clId="{1DB59D62-17F6-4616-A6B8-F42604844974}" dt="2026-09-03T12:50:46.369" v="1135" actId="20577"/>
          <ac:spMkLst>
            <pc:docMk/>
            <pc:sldMk cId="2646417542" sldId="479"/>
            <ac:spMk id="2" creationId="{9AA033B0-51CE-41A9-ACBE-507F1F4D787A}"/>
          </ac:spMkLst>
        </pc:spChg>
        <pc:spChg chg="mod">
          <ac:chgData name="LYU, Mingsong [COMP]" userId="5d5ceb49-d733-4a5d-9ffa-07273d49f3d4" providerId="ADAL" clId="{1DB59D62-17F6-4616-A6B8-F42604844974}" dt="2026-09-04T03:10:28.269" v="2050" actId="20577"/>
          <ac:spMkLst>
            <pc:docMk/>
            <pc:sldMk cId="2646417542" sldId="479"/>
            <ac:spMk id="3" creationId="{5C024423-7FAB-4354-98D4-4E5315097BBD}"/>
          </ac:spMkLst>
        </pc:spChg>
        <pc:spChg chg="add mod">
          <ac:chgData name="LYU, Mingsong [COMP]" userId="5d5ceb49-d733-4a5d-9ffa-07273d49f3d4" providerId="ADAL" clId="{1DB59D62-17F6-4616-A6B8-F42604844974}" dt="2026-09-13T12:18:21.234" v="2126" actId="20577"/>
          <ac:spMkLst>
            <pc:docMk/>
            <pc:sldMk cId="2646417542" sldId="479"/>
            <ac:spMk id="6" creationId="{E0711CE1-2B79-440C-A64A-FE8DE7C53D3B}"/>
          </ac:spMkLst>
        </pc:spChg>
      </pc:sldChg>
      <pc:sldChg chg="addSp delSp modSp add mod">
        <pc:chgData name="LYU, Mingsong [COMP]" userId="5d5ceb49-d733-4a5d-9ffa-07273d49f3d4" providerId="ADAL" clId="{1DB59D62-17F6-4616-A6B8-F42604844974}" dt="2026-09-04T02:37:00.882" v="1997" actId="20577"/>
        <pc:sldMkLst>
          <pc:docMk/>
          <pc:sldMk cId="716568120" sldId="480"/>
        </pc:sldMkLst>
        <pc:spChg chg="mod">
          <ac:chgData name="LYU, Mingsong [COMP]" userId="5d5ceb49-d733-4a5d-9ffa-07273d49f3d4" providerId="ADAL" clId="{1DB59D62-17F6-4616-A6B8-F42604844974}" dt="2026-09-04T02:11:43.331" v="1746" actId="20577"/>
          <ac:spMkLst>
            <pc:docMk/>
            <pc:sldMk cId="716568120" sldId="480"/>
            <ac:spMk id="2" creationId="{16FD9A9E-CE31-4FCF-96A1-7ED6EE1299C1}"/>
          </ac:spMkLst>
        </pc:spChg>
        <pc:spChg chg="add mod">
          <ac:chgData name="LYU, Mingsong [COMP]" userId="5d5ceb49-d733-4a5d-9ffa-07273d49f3d4" providerId="ADAL" clId="{1DB59D62-17F6-4616-A6B8-F42604844974}" dt="2026-09-04T02:37:00.882" v="1997" actId="20577"/>
          <ac:spMkLst>
            <pc:docMk/>
            <pc:sldMk cId="716568120" sldId="480"/>
            <ac:spMk id="8" creationId="{0CC4406B-39AE-4FF4-8E00-C0AE3D0E02A9}"/>
          </ac:spMkLst>
        </pc:spChg>
        <pc:picChg chg="add mod modCrop">
          <ac:chgData name="LYU, Mingsong [COMP]" userId="5d5ceb49-d733-4a5d-9ffa-07273d49f3d4" providerId="ADAL" clId="{1DB59D62-17F6-4616-A6B8-F42604844974}" dt="2026-09-04T02:36:52.853" v="1989" actId="1076"/>
          <ac:picMkLst>
            <pc:docMk/>
            <pc:sldMk cId="716568120" sldId="480"/>
            <ac:picMk id="7" creationId="{DF47D440-98CC-4464-8EFB-BDDA3F3989CA}"/>
          </ac:picMkLst>
        </pc:picChg>
      </pc:sldChg>
      <pc:sldChg chg="addSp delSp modSp new mod">
        <pc:chgData name="LYU, Mingsong [COMP]" userId="5d5ceb49-d733-4a5d-9ffa-07273d49f3d4" providerId="ADAL" clId="{1DB59D62-17F6-4616-A6B8-F42604844974}" dt="2026-09-04T02:43:14.572" v="2013" actId="1076"/>
        <pc:sldMkLst>
          <pc:docMk/>
          <pc:sldMk cId="3467094796" sldId="481"/>
        </pc:sldMkLst>
        <pc:spChg chg="mod">
          <ac:chgData name="LYU, Mingsong [COMP]" userId="5d5ceb49-d733-4a5d-9ffa-07273d49f3d4" providerId="ADAL" clId="{1DB59D62-17F6-4616-A6B8-F42604844974}" dt="2026-09-04T02:17:30.276" v="1801" actId="20577"/>
          <ac:spMkLst>
            <pc:docMk/>
            <pc:sldMk cId="3467094796" sldId="481"/>
            <ac:spMk id="2" creationId="{E4855E35-7988-4DA7-8ACB-D313931C697E}"/>
          </ac:spMkLst>
        </pc:spChg>
        <pc:picChg chg="add mod">
          <ac:chgData name="LYU, Mingsong [COMP]" userId="5d5ceb49-d733-4a5d-9ffa-07273d49f3d4" providerId="ADAL" clId="{1DB59D62-17F6-4616-A6B8-F42604844974}" dt="2026-09-04T02:43:14.572" v="2013" actId="1076"/>
          <ac:picMkLst>
            <pc:docMk/>
            <pc:sldMk cId="3467094796" sldId="481"/>
            <ac:picMk id="9" creationId="{BCCBC191-3CCE-4037-8E9C-2149BA504D62}"/>
          </ac:picMkLst>
        </pc:picChg>
      </pc:sldChg>
      <pc:sldChg chg="delSp modSp add mod delAnim">
        <pc:chgData name="LYU, Mingsong [COMP]" userId="5d5ceb49-d733-4a5d-9ffa-07273d49f3d4" providerId="ADAL" clId="{1DB59D62-17F6-4616-A6B8-F42604844974}" dt="2026-09-13T12:54:27.818" v="2595" actId="114"/>
        <pc:sldMkLst>
          <pc:docMk/>
          <pc:sldMk cId="3935803073" sldId="482"/>
        </pc:sldMkLst>
        <pc:spChg chg="mod">
          <ac:chgData name="LYU, Mingsong [COMP]" userId="5d5ceb49-d733-4a5d-9ffa-07273d49f3d4" providerId="ADAL" clId="{1DB59D62-17F6-4616-A6B8-F42604844974}" dt="2026-09-13T12:54:27.818" v="2595" actId="114"/>
          <ac:spMkLst>
            <pc:docMk/>
            <pc:sldMk cId="3935803073" sldId="482"/>
            <ac:spMk id="3" creationId="{3E76DF20-BF40-483C-BDDB-14EA17ACB6C8}"/>
          </ac:spMkLst>
        </pc:spChg>
        <pc:graphicFrameChg chg="del">
          <ac:chgData name="LYU, Mingsong [COMP]" userId="5d5ceb49-d733-4a5d-9ffa-07273d49f3d4" providerId="ADAL" clId="{1DB59D62-17F6-4616-A6B8-F42604844974}" dt="2026-09-13T12:48:27.233" v="2385" actId="478"/>
          <ac:graphicFrameMkLst>
            <pc:docMk/>
            <pc:sldMk cId="3935803073" sldId="482"/>
            <ac:graphicFrameMk id="8" creationId="{30C3E971-0A65-4CA3-A2DA-314FB8AA354B}"/>
          </ac:graphicFrameMkLst>
        </pc:graphicFrameChg>
      </pc:sldChg>
      <pc:sldChg chg="addSp delSp modSp add mod modAnim">
        <pc:chgData name="LYU, Mingsong [COMP]" userId="5d5ceb49-d733-4a5d-9ffa-07273d49f3d4" providerId="ADAL" clId="{1DB59D62-17F6-4616-A6B8-F42604844974}" dt="2026-09-13T13:07:15.368" v="2732" actId="1035"/>
        <pc:sldMkLst>
          <pc:docMk/>
          <pc:sldMk cId="410807404" sldId="483"/>
        </pc:sldMkLst>
        <pc:spChg chg="del">
          <ac:chgData name="LYU, Mingsong [COMP]" userId="5d5ceb49-d733-4a5d-9ffa-07273d49f3d4" providerId="ADAL" clId="{1DB59D62-17F6-4616-A6B8-F42604844974}" dt="2026-09-13T13:06:59.826" v="2729" actId="478"/>
          <ac:spMkLst>
            <pc:docMk/>
            <pc:sldMk cId="410807404" sldId="483"/>
            <ac:spMk id="3" creationId="{3E76DF20-BF40-483C-BDDB-14EA17ACB6C8}"/>
          </ac:spMkLst>
        </pc:spChg>
        <pc:spChg chg="add del mod">
          <ac:chgData name="LYU, Mingsong [COMP]" userId="5d5ceb49-d733-4a5d-9ffa-07273d49f3d4" providerId="ADAL" clId="{1DB59D62-17F6-4616-A6B8-F42604844974}" dt="2026-09-13T13:07:11.469" v="2731" actId="478"/>
          <ac:spMkLst>
            <pc:docMk/>
            <pc:sldMk cId="410807404" sldId="483"/>
            <ac:spMk id="8" creationId="{BFF8F2EA-593F-4F0C-A501-8943F5F2D192}"/>
          </ac:spMkLst>
        </pc:spChg>
        <pc:picChg chg="mod">
          <ac:chgData name="LYU, Mingsong [COMP]" userId="5d5ceb49-d733-4a5d-9ffa-07273d49f3d4" providerId="ADAL" clId="{1DB59D62-17F6-4616-A6B8-F42604844974}" dt="2026-09-13T13:07:15.368" v="2732" actId="1035"/>
          <ac:picMkLst>
            <pc:docMk/>
            <pc:sldMk cId="410807404" sldId="483"/>
            <ac:picMk id="9" creationId="{6855F5CF-43AE-4938-84B3-F2C11333CFD2}"/>
          </ac:picMkLst>
        </pc:picChg>
      </pc:sldChg>
      <pc:sldChg chg="delSp modSp add mod delAnim">
        <pc:chgData name="LYU, Mingsong [COMP]" userId="5d5ceb49-d733-4a5d-9ffa-07273d49f3d4" providerId="ADAL" clId="{1DB59D62-17F6-4616-A6B8-F42604844974}" dt="2026-09-13T13:08:10.865" v="2739" actId="20577"/>
        <pc:sldMkLst>
          <pc:docMk/>
          <pc:sldMk cId="1679902561" sldId="484"/>
        </pc:sldMkLst>
        <pc:spChg chg="mod">
          <ac:chgData name="LYU, Mingsong [COMP]" userId="5d5ceb49-d733-4a5d-9ffa-07273d49f3d4" providerId="ADAL" clId="{1DB59D62-17F6-4616-A6B8-F42604844974}" dt="2026-09-13T13:08:10.865" v="2739" actId="20577"/>
          <ac:spMkLst>
            <pc:docMk/>
            <pc:sldMk cId="1679902561" sldId="484"/>
            <ac:spMk id="3" creationId="{3E76DF20-BF40-483C-BDDB-14EA17ACB6C8}"/>
          </ac:spMkLst>
        </pc:spChg>
        <pc:picChg chg="del">
          <ac:chgData name="LYU, Mingsong [COMP]" userId="5d5ceb49-d733-4a5d-9ffa-07273d49f3d4" providerId="ADAL" clId="{1DB59D62-17F6-4616-A6B8-F42604844974}" dt="2026-09-13T13:08:07.214" v="2733" actId="478"/>
          <ac:picMkLst>
            <pc:docMk/>
            <pc:sldMk cId="1679902561" sldId="484"/>
            <ac:picMk id="9" creationId="{6855F5CF-43AE-4938-84B3-F2C11333CFD2}"/>
          </ac:picMkLst>
        </pc:picChg>
      </pc:sldChg>
      <pc:sldChg chg="delSp modSp new del mod">
        <pc:chgData name="LYU, Mingsong [COMP]" userId="5d5ceb49-d733-4a5d-9ffa-07273d49f3d4" providerId="ADAL" clId="{1DB59D62-17F6-4616-A6B8-F42604844974}" dt="2026-09-13T13:27:14.141" v="2928" actId="47"/>
        <pc:sldMkLst>
          <pc:docMk/>
          <pc:sldMk cId="357240587" sldId="485"/>
        </pc:sldMkLst>
        <pc:spChg chg="mod">
          <ac:chgData name="LYU, Mingsong [COMP]" userId="5d5ceb49-d733-4a5d-9ffa-07273d49f3d4" providerId="ADAL" clId="{1DB59D62-17F6-4616-A6B8-F42604844974}" dt="2026-09-13T13:26:20.574" v="2926"/>
          <ac:spMkLst>
            <pc:docMk/>
            <pc:sldMk cId="357240587" sldId="485"/>
            <ac:spMk id="2" creationId="{1C58E337-878A-4C47-BCFE-6315067B594D}"/>
          </ac:spMkLst>
        </pc:spChg>
        <pc:spChg chg="del">
          <ac:chgData name="LYU, Mingsong [COMP]" userId="5d5ceb49-d733-4a5d-9ffa-07273d49f3d4" providerId="ADAL" clId="{1DB59D62-17F6-4616-A6B8-F42604844974}" dt="2026-09-13T13:26:27.356" v="2927" actId="478"/>
          <ac:spMkLst>
            <pc:docMk/>
            <pc:sldMk cId="357240587" sldId="485"/>
            <ac:spMk id="3" creationId="{D6CF6571-590D-426E-8DFA-88F2D5462FAB}"/>
          </ac:spMkLst>
        </pc:spChg>
      </pc:sldChg>
      <pc:sldChg chg="addSp delSp modSp new mod">
        <pc:chgData name="LYU, Mingsong [COMP]" userId="5d5ceb49-d733-4a5d-9ffa-07273d49f3d4" providerId="ADAL" clId="{1DB59D62-17F6-4616-A6B8-F42604844974}" dt="2026-09-13T13:35:06.385" v="3069" actId="1076"/>
        <pc:sldMkLst>
          <pc:docMk/>
          <pc:sldMk cId="1848997563" sldId="485"/>
        </pc:sldMkLst>
        <pc:spChg chg="mod">
          <ac:chgData name="LYU, Mingsong [COMP]" userId="5d5ceb49-d733-4a5d-9ffa-07273d49f3d4" providerId="ADAL" clId="{1DB59D62-17F6-4616-A6B8-F42604844974}" dt="2026-09-13T13:27:50.980" v="2930"/>
          <ac:spMkLst>
            <pc:docMk/>
            <pc:sldMk cId="1848997563" sldId="485"/>
            <ac:spMk id="2" creationId="{A006C8BB-F8E4-417C-B6B8-F467B13BF6D3}"/>
          </ac:spMkLst>
        </pc:spChg>
        <pc:spChg chg="del">
          <ac:chgData name="LYU, Mingsong [COMP]" userId="5d5ceb49-d733-4a5d-9ffa-07273d49f3d4" providerId="ADAL" clId="{1DB59D62-17F6-4616-A6B8-F42604844974}" dt="2026-09-13T13:28:01.026" v="2932" actId="478"/>
          <ac:spMkLst>
            <pc:docMk/>
            <pc:sldMk cId="1848997563" sldId="485"/>
            <ac:spMk id="3" creationId="{AFC46D0E-EB69-454A-9780-C0636EB9A7AB}"/>
          </ac:spMkLst>
        </pc:spChg>
        <pc:spChg chg="add del">
          <ac:chgData name="LYU, Mingsong [COMP]" userId="5d5ceb49-d733-4a5d-9ffa-07273d49f3d4" providerId="ADAL" clId="{1DB59D62-17F6-4616-A6B8-F42604844974}" dt="2026-09-13T13:29:16.789" v="2934" actId="478"/>
          <ac:spMkLst>
            <pc:docMk/>
            <pc:sldMk cId="1848997563" sldId="485"/>
            <ac:spMk id="6" creationId="{8E9E15CE-0217-4C75-B162-690CCEAAA35A}"/>
          </ac:spMkLst>
        </pc:spChg>
        <pc:spChg chg="add mod">
          <ac:chgData name="LYU, Mingsong [COMP]" userId="5d5ceb49-d733-4a5d-9ffa-07273d49f3d4" providerId="ADAL" clId="{1DB59D62-17F6-4616-A6B8-F42604844974}" dt="2026-09-13T13:31:38.501" v="3022" actId="1036"/>
          <ac:spMkLst>
            <pc:docMk/>
            <pc:sldMk cId="1848997563" sldId="485"/>
            <ac:spMk id="7" creationId="{2A694B74-7B86-41AC-AF16-D5D6DAB7AE4F}"/>
          </ac:spMkLst>
        </pc:spChg>
        <pc:spChg chg="add mod">
          <ac:chgData name="LYU, Mingsong [COMP]" userId="5d5ceb49-d733-4a5d-9ffa-07273d49f3d4" providerId="ADAL" clId="{1DB59D62-17F6-4616-A6B8-F42604844974}" dt="2026-09-13T13:35:06.385" v="3069" actId="1076"/>
          <ac:spMkLst>
            <pc:docMk/>
            <pc:sldMk cId="1848997563" sldId="485"/>
            <ac:spMk id="11" creationId="{0E32D027-0066-424A-A741-60D598FA13E7}"/>
          </ac:spMkLst>
        </pc:spChg>
        <pc:picChg chg="add mod">
          <ac:chgData name="LYU, Mingsong [COMP]" userId="5d5ceb49-d733-4a5d-9ffa-07273d49f3d4" providerId="ADAL" clId="{1DB59D62-17F6-4616-A6B8-F42604844974}" dt="2026-09-13T13:34:45.481" v="3026" actId="14100"/>
          <ac:picMkLst>
            <pc:docMk/>
            <pc:sldMk cId="1848997563" sldId="485"/>
            <ac:picMk id="9" creationId="{CCE95809-5503-4CFF-AC53-31A3233385AB}"/>
          </ac:picMkLst>
        </pc:picChg>
        <pc:picChg chg="add mod">
          <ac:chgData name="LYU, Mingsong [COMP]" userId="5d5ceb49-d733-4a5d-9ffa-07273d49f3d4" providerId="ADAL" clId="{1DB59D62-17F6-4616-A6B8-F42604844974}" dt="2026-09-13T13:31:38.501" v="3022" actId="1036"/>
          <ac:picMkLst>
            <pc:docMk/>
            <pc:sldMk cId="1848997563" sldId="485"/>
            <ac:picMk id="1028" creationId="{15AF453A-7960-4C6F-863B-8A41A15EDD77}"/>
          </ac:picMkLst>
        </pc:picChg>
      </pc:sldChg>
      <pc:sldChg chg="addSp delSp modSp add mod">
        <pc:chgData name="LYU, Mingsong [COMP]" userId="5d5ceb49-d733-4a5d-9ffa-07273d49f3d4" providerId="ADAL" clId="{1DB59D62-17F6-4616-A6B8-F42604844974}" dt="2026-09-13T13:39:09.660" v="3237" actId="20577"/>
        <pc:sldMkLst>
          <pc:docMk/>
          <pc:sldMk cId="1357054424" sldId="486"/>
        </pc:sldMkLst>
        <pc:spChg chg="del">
          <ac:chgData name="LYU, Mingsong [COMP]" userId="5d5ceb49-d733-4a5d-9ffa-07273d49f3d4" providerId="ADAL" clId="{1DB59D62-17F6-4616-A6B8-F42604844974}" dt="2026-09-13T13:37:23.595" v="3070" actId="22"/>
          <ac:spMkLst>
            <pc:docMk/>
            <pc:sldMk cId="1357054424" sldId="486"/>
            <ac:spMk id="3" creationId="{AFC46D0E-EB69-454A-9780-C0636EB9A7AB}"/>
          </ac:spMkLst>
        </pc:spChg>
        <pc:spChg chg="add mod">
          <ac:chgData name="LYU, Mingsong [COMP]" userId="5d5ceb49-d733-4a5d-9ffa-07273d49f3d4" providerId="ADAL" clId="{1DB59D62-17F6-4616-A6B8-F42604844974}" dt="2026-09-13T13:39:09.660" v="3237" actId="20577"/>
          <ac:spMkLst>
            <pc:docMk/>
            <pc:sldMk cId="1357054424" sldId="486"/>
            <ac:spMk id="8" creationId="{A4E893BC-A706-48C9-9A33-085138C9EAA1}"/>
          </ac:spMkLst>
        </pc:spChg>
        <pc:picChg chg="add mod ord">
          <ac:chgData name="LYU, Mingsong [COMP]" userId="5d5ceb49-d733-4a5d-9ffa-07273d49f3d4" providerId="ADAL" clId="{1DB59D62-17F6-4616-A6B8-F42604844974}" dt="2026-09-13T13:38:44.477" v="3225" actId="1076"/>
          <ac:picMkLst>
            <pc:docMk/>
            <pc:sldMk cId="1357054424" sldId="486"/>
            <ac:picMk id="7" creationId="{5F94FBC3-D4AC-43B0-9653-DBC30BFD1BA8}"/>
          </ac:picMkLst>
        </pc:picChg>
      </pc:sldChg>
    </pc:docChg>
  </pc:docChgLst>
  <pc:docChgLst>
    <pc:chgData name="LYU, Mingsong [COMP]" userId="5d5ceb49-d733-4a5d-9ffa-07273d49f3d4" providerId="ADAL" clId="{3959A10C-DB81-40E1-9962-2C5DBE164CC4}"/>
    <pc:docChg chg="custSel modSld">
      <pc:chgData name="LYU, Mingsong [COMP]" userId="5d5ceb49-d733-4a5d-9ffa-07273d49f3d4" providerId="ADAL" clId="{3959A10C-DB81-40E1-9962-2C5DBE164CC4}" dt="2026-09-13T15:32:43.387" v="0" actId="478"/>
      <pc:docMkLst>
        <pc:docMk/>
      </pc:docMkLst>
      <pc:sldChg chg="delSp mod">
        <pc:chgData name="LYU, Mingsong [COMP]" userId="5d5ceb49-d733-4a5d-9ffa-07273d49f3d4" providerId="ADAL" clId="{3959A10C-DB81-40E1-9962-2C5DBE164CC4}" dt="2026-09-13T15:32:43.387" v="0" actId="478"/>
        <pc:sldMkLst>
          <pc:docMk/>
          <pc:sldMk cId="109312102" sldId="288"/>
        </pc:sldMkLst>
        <pc:spChg chg="del">
          <ac:chgData name="LYU, Mingsong [COMP]" userId="5d5ceb49-d733-4a5d-9ffa-07273d49f3d4" providerId="ADAL" clId="{3959A10C-DB81-40E1-9962-2C5DBE164CC4}" dt="2026-09-13T15:32:43.387" v="0" actId="478"/>
          <ac:spMkLst>
            <pc:docMk/>
            <pc:sldMk cId="109312102" sldId="288"/>
            <ac:spMk id="2" creationId="{91C1B09D-73DB-19AF-A76B-642203E7E4E9}"/>
          </ac:spMkLst>
        </pc:spChg>
        <pc:spChg chg="del">
          <ac:chgData name="LYU, Mingsong [COMP]" userId="5d5ceb49-d733-4a5d-9ffa-07273d49f3d4" providerId="ADAL" clId="{3959A10C-DB81-40E1-9962-2C5DBE164CC4}" dt="2026-09-13T15:32:43.387" v="0" actId="478"/>
          <ac:spMkLst>
            <pc:docMk/>
            <pc:sldMk cId="109312102" sldId="288"/>
            <ac:spMk id="3" creationId="{C801A2E9-8C99-2033-CFB3-28F42DD211EF}"/>
          </ac:spMkLst>
        </pc:spChg>
      </pc:sldChg>
    </pc:docChg>
  </pc:docChgLst>
  <pc:docChgLst>
    <pc:chgData name="LYU, Mingsong [COMP]" userId="5d5ceb49-d733-4a5d-9ffa-07273d49f3d4" providerId="ADAL" clId="{232329ED-85AA-4BB6-80D0-09710F9E087D}"/>
    <pc:docChg chg="custSel modSld">
      <pc:chgData name="LYU, Mingsong [COMP]" userId="5d5ceb49-d733-4a5d-9ffa-07273d49f3d4" providerId="ADAL" clId="{232329ED-85AA-4BB6-80D0-09710F9E087D}" dt="2026-08-30T18:14:14.887" v="12" actId="113"/>
      <pc:docMkLst>
        <pc:docMk/>
      </pc:docMkLst>
    </pc:docChg>
  </pc:docChgLst>
  <pc:docChgLst>
    <pc:chgData name="LYU, Mingsong [COMP]" userId="5d5ceb49-d733-4a5d-9ffa-07273d49f3d4" providerId="ADAL" clId="{43795A54-784B-4AA7-BFB9-41EBD5442C56}"/>
    <pc:docChg chg="undo custSel addSld delSld modSld sldOrd modSection">
      <pc:chgData name="LYU, Mingsong [COMP]" userId="5d5ceb49-d733-4a5d-9ffa-07273d49f3d4" providerId="ADAL" clId="{43795A54-784B-4AA7-BFB9-41EBD5442C56}" dt="2026-09-20T11:40:11.523" v="2540" actId="20577"/>
      <pc:docMkLst>
        <pc:docMk/>
      </pc:docMkLst>
      <pc:sldChg chg="del">
        <pc:chgData name="LYU, Mingsong [COMP]" userId="5d5ceb49-d733-4a5d-9ffa-07273d49f3d4" providerId="ADAL" clId="{43795A54-784B-4AA7-BFB9-41EBD5442C56}" dt="2026-09-20T10:17:57.248" v="41" actId="47"/>
        <pc:sldMkLst>
          <pc:docMk/>
          <pc:sldMk cId="109312102" sldId="288"/>
        </pc:sldMkLst>
      </pc:sldChg>
      <pc:sldChg chg="modSp mod">
        <pc:chgData name="LYU, Mingsong [COMP]" userId="5d5ceb49-d733-4a5d-9ffa-07273d49f3d4" providerId="ADAL" clId="{43795A54-784B-4AA7-BFB9-41EBD5442C56}" dt="2026-09-20T10:23:15.051" v="59" actId="20577"/>
        <pc:sldMkLst>
          <pc:docMk/>
          <pc:sldMk cId="998506370" sldId="324"/>
        </pc:sldMkLst>
        <pc:spChg chg="mod">
          <ac:chgData name="LYU, Mingsong [COMP]" userId="5d5ceb49-d733-4a5d-9ffa-07273d49f3d4" providerId="ADAL" clId="{43795A54-784B-4AA7-BFB9-41EBD5442C56}" dt="2026-09-20T10:23:15.051" v="59" actId="20577"/>
          <ac:spMkLst>
            <pc:docMk/>
            <pc:sldMk cId="998506370" sldId="324"/>
            <ac:spMk id="4" creationId="{84B7A65B-BB3C-4FB9-911B-6F20973324D5}"/>
          </ac:spMkLst>
        </pc:spChg>
      </pc:sldChg>
      <pc:sldChg chg="del">
        <pc:chgData name="LYU, Mingsong [COMP]" userId="5d5ceb49-d733-4a5d-9ffa-07273d49f3d4" providerId="ADAL" clId="{43795A54-784B-4AA7-BFB9-41EBD5442C56}" dt="2026-09-20T10:17:57.248" v="41" actId="47"/>
        <pc:sldMkLst>
          <pc:docMk/>
          <pc:sldMk cId="2901665634" sldId="438"/>
        </pc:sldMkLst>
      </pc:sldChg>
      <pc:sldChg chg="del">
        <pc:chgData name="LYU, Mingsong [COMP]" userId="5d5ceb49-d733-4a5d-9ffa-07273d49f3d4" providerId="ADAL" clId="{43795A54-784B-4AA7-BFB9-41EBD5442C56}" dt="2026-09-20T10:17:57.248" v="41" actId="47"/>
        <pc:sldMkLst>
          <pc:docMk/>
          <pc:sldMk cId="3070528189" sldId="439"/>
        </pc:sldMkLst>
      </pc:sldChg>
      <pc:sldChg chg="del">
        <pc:chgData name="LYU, Mingsong [COMP]" userId="5d5ceb49-d733-4a5d-9ffa-07273d49f3d4" providerId="ADAL" clId="{43795A54-784B-4AA7-BFB9-41EBD5442C56}" dt="2026-09-20T10:17:57.248" v="41" actId="47"/>
        <pc:sldMkLst>
          <pc:docMk/>
          <pc:sldMk cId="2558384471" sldId="440"/>
        </pc:sldMkLst>
      </pc:sldChg>
      <pc:sldChg chg="del">
        <pc:chgData name="LYU, Mingsong [COMP]" userId="5d5ceb49-d733-4a5d-9ffa-07273d49f3d4" providerId="ADAL" clId="{43795A54-784B-4AA7-BFB9-41EBD5442C56}" dt="2026-09-20T10:17:57.248" v="41" actId="47"/>
        <pc:sldMkLst>
          <pc:docMk/>
          <pc:sldMk cId="3638079908" sldId="441"/>
        </pc:sldMkLst>
      </pc:sldChg>
      <pc:sldChg chg="del">
        <pc:chgData name="LYU, Mingsong [COMP]" userId="5d5ceb49-d733-4a5d-9ffa-07273d49f3d4" providerId="ADAL" clId="{43795A54-784B-4AA7-BFB9-41EBD5442C56}" dt="2026-09-20T10:17:57.248" v="41" actId="47"/>
        <pc:sldMkLst>
          <pc:docMk/>
          <pc:sldMk cId="1020353300" sldId="442"/>
        </pc:sldMkLst>
      </pc:sldChg>
      <pc:sldChg chg="del">
        <pc:chgData name="LYU, Mingsong [COMP]" userId="5d5ceb49-d733-4a5d-9ffa-07273d49f3d4" providerId="ADAL" clId="{43795A54-784B-4AA7-BFB9-41EBD5442C56}" dt="2026-09-20T10:17:57.248" v="41" actId="47"/>
        <pc:sldMkLst>
          <pc:docMk/>
          <pc:sldMk cId="3809139741" sldId="443"/>
        </pc:sldMkLst>
      </pc:sldChg>
      <pc:sldChg chg="del">
        <pc:chgData name="LYU, Mingsong [COMP]" userId="5d5ceb49-d733-4a5d-9ffa-07273d49f3d4" providerId="ADAL" clId="{43795A54-784B-4AA7-BFB9-41EBD5442C56}" dt="2026-09-20T10:17:57.248" v="41" actId="47"/>
        <pc:sldMkLst>
          <pc:docMk/>
          <pc:sldMk cId="1408732129" sldId="444"/>
        </pc:sldMkLst>
      </pc:sldChg>
      <pc:sldChg chg="del">
        <pc:chgData name="LYU, Mingsong [COMP]" userId="5d5ceb49-d733-4a5d-9ffa-07273d49f3d4" providerId="ADAL" clId="{43795A54-784B-4AA7-BFB9-41EBD5442C56}" dt="2026-09-20T10:17:57.248" v="41" actId="47"/>
        <pc:sldMkLst>
          <pc:docMk/>
          <pc:sldMk cId="3306654846" sldId="445"/>
        </pc:sldMkLst>
      </pc:sldChg>
      <pc:sldChg chg="del">
        <pc:chgData name="LYU, Mingsong [COMP]" userId="5d5ceb49-d733-4a5d-9ffa-07273d49f3d4" providerId="ADAL" clId="{43795A54-784B-4AA7-BFB9-41EBD5442C56}" dt="2026-09-20T10:17:57.248" v="41" actId="47"/>
        <pc:sldMkLst>
          <pc:docMk/>
          <pc:sldMk cId="3466031851" sldId="446"/>
        </pc:sldMkLst>
      </pc:sldChg>
      <pc:sldChg chg="del">
        <pc:chgData name="LYU, Mingsong [COMP]" userId="5d5ceb49-d733-4a5d-9ffa-07273d49f3d4" providerId="ADAL" clId="{43795A54-784B-4AA7-BFB9-41EBD5442C56}" dt="2026-09-20T10:17:57.248" v="41" actId="47"/>
        <pc:sldMkLst>
          <pc:docMk/>
          <pc:sldMk cId="1176807421" sldId="447"/>
        </pc:sldMkLst>
      </pc:sldChg>
      <pc:sldChg chg="del">
        <pc:chgData name="LYU, Mingsong [COMP]" userId="5d5ceb49-d733-4a5d-9ffa-07273d49f3d4" providerId="ADAL" clId="{43795A54-784B-4AA7-BFB9-41EBD5442C56}" dt="2026-09-20T10:17:57.248" v="41" actId="47"/>
        <pc:sldMkLst>
          <pc:docMk/>
          <pc:sldMk cId="2719922060" sldId="448"/>
        </pc:sldMkLst>
      </pc:sldChg>
      <pc:sldChg chg="del">
        <pc:chgData name="LYU, Mingsong [COMP]" userId="5d5ceb49-d733-4a5d-9ffa-07273d49f3d4" providerId="ADAL" clId="{43795A54-784B-4AA7-BFB9-41EBD5442C56}" dt="2026-09-20T10:17:57.248" v="41" actId="47"/>
        <pc:sldMkLst>
          <pc:docMk/>
          <pc:sldMk cId="1790075540" sldId="449"/>
        </pc:sldMkLst>
      </pc:sldChg>
      <pc:sldChg chg="del">
        <pc:chgData name="LYU, Mingsong [COMP]" userId="5d5ceb49-d733-4a5d-9ffa-07273d49f3d4" providerId="ADAL" clId="{43795A54-784B-4AA7-BFB9-41EBD5442C56}" dt="2026-09-20T10:17:57.248" v="41" actId="47"/>
        <pc:sldMkLst>
          <pc:docMk/>
          <pc:sldMk cId="1252700634" sldId="450"/>
        </pc:sldMkLst>
      </pc:sldChg>
      <pc:sldChg chg="del">
        <pc:chgData name="LYU, Mingsong [COMP]" userId="5d5ceb49-d733-4a5d-9ffa-07273d49f3d4" providerId="ADAL" clId="{43795A54-784B-4AA7-BFB9-41EBD5442C56}" dt="2026-09-20T10:17:57.248" v="41" actId="47"/>
        <pc:sldMkLst>
          <pc:docMk/>
          <pc:sldMk cId="1603898003" sldId="451"/>
        </pc:sldMkLst>
      </pc:sldChg>
      <pc:sldChg chg="del">
        <pc:chgData name="LYU, Mingsong [COMP]" userId="5d5ceb49-d733-4a5d-9ffa-07273d49f3d4" providerId="ADAL" clId="{43795A54-784B-4AA7-BFB9-41EBD5442C56}" dt="2026-09-20T10:17:57.248" v="41" actId="47"/>
        <pc:sldMkLst>
          <pc:docMk/>
          <pc:sldMk cId="1456342691" sldId="452"/>
        </pc:sldMkLst>
      </pc:sldChg>
      <pc:sldChg chg="del">
        <pc:chgData name="LYU, Mingsong [COMP]" userId="5d5ceb49-d733-4a5d-9ffa-07273d49f3d4" providerId="ADAL" clId="{43795A54-784B-4AA7-BFB9-41EBD5442C56}" dt="2026-09-20T10:17:57.248" v="41" actId="47"/>
        <pc:sldMkLst>
          <pc:docMk/>
          <pc:sldMk cId="3680969427" sldId="453"/>
        </pc:sldMkLst>
      </pc:sldChg>
      <pc:sldChg chg="del">
        <pc:chgData name="LYU, Mingsong [COMP]" userId="5d5ceb49-d733-4a5d-9ffa-07273d49f3d4" providerId="ADAL" clId="{43795A54-784B-4AA7-BFB9-41EBD5442C56}" dt="2026-09-20T10:17:57.248" v="41" actId="47"/>
        <pc:sldMkLst>
          <pc:docMk/>
          <pc:sldMk cId="2028738883" sldId="454"/>
        </pc:sldMkLst>
      </pc:sldChg>
      <pc:sldChg chg="del">
        <pc:chgData name="LYU, Mingsong [COMP]" userId="5d5ceb49-d733-4a5d-9ffa-07273d49f3d4" providerId="ADAL" clId="{43795A54-784B-4AA7-BFB9-41EBD5442C56}" dt="2026-09-20T10:17:57.248" v="41" actId="47"/>
        <pc:sldMkLst>
          <pc:docMk/>
          <pc:sldMk cId="2538842727" sldId="455"/>
        </pc:sldMkLst>
      </pc:sldChg>
      <pc:sldChg chg="del">
        <pc:chgData name="LYU, Mingsong [COMP]" userId="5d5ceb49-d733-4a5d-9ffa-07273d49f3d4" providerId="ADAL" clId="{43795A54-784B-4AA7-BFB9-41EBD5442C56}" dt="2026-09-20T10:17:57.248" v="41" actId="47"/>
        <pc:sldMkLst>
          <pc:docMk/>
          <pc:sldMk cId="2716807010" sldId="456"/>
        </pc:sldMkLst>
      </pc:sldChg>
      <pc:sldChg chg="del">
        <pc:chgData name="LYU, Mingsong [COMP]" userId="5d5ceb49-d733-4a5d-9ffa-07273d49f3d4" providerId="ADAL" clId="{43795A54-784B-4AA7-BFB9-41EBD5442C56}" dt="2026-09-20T10:17:57.248" v="41" actId="47"/>
        <pc:sldMkLst>
          <pc:docMk/>
          <pc:sldMk cId="3875743996" sldId="457"/>
        </pc:sldMkLst>
      </pc:sldChg>
      <pc:sldChg chg="del">
        <pc:chgData name="LYU, Mingsong [COMP]" userId="5d5ceb49-d733-4a5d-9ffa-07273d49f3d4" providerId="ADAL" clId="{43795A54-784B-4AA7-BFB9-41EBD5442C56}" dt="2026-09-20T10:17:57.248" v="41" actId="47"/>
        <pc:sldMkLst>
          <pc:docMk/>
          <pc:sldMk cId="128724185" sldId="458"/>
        </pc:sldMkLst>
      </pc:sldChg>
      <pc:sldChg chg="del">
        <pc:chgData name="LYU, Mingsong [COMP]" userId="5d5ceb49-d733-4a5d-9ffa-07273d49f3d4" providerId="ADAL" clId="{43795A54-784B-4AA7-BFB9-41EBD5442C56}" dt="2026-09-20T10:17:57.248" v="41" actId="47"/>
        <pc:sldMkLst>
          <pc:docMk/>
          <pc:sldMk cId="283496236" sldId="459"/>
        </pc:sldMkLst>
      </pc:sldChg>
      <pc:sldChg chg="del">
        <pc:chgData name="LYU, Mingsong [COMP]" userId="5d5ceb49-d733-4a5d-9ffa-07273d49f3d4" providerId="ADAL" clId="{43795A54-784B-4AA7-BFB9-41EBD5442C56}" dt="2026-09-20T10:17:57.248" v="41" actId="47"/>
        <pc:sldMkLst>
          <pc:docMk/>
          <pc:sldMk cId="2845582695" sldId="460"/>
        </pc:sldMkLst>
      </pc:sldChg>
      <pc:sldChg chg="del">
        <pc:chgData name="LYU, Mingsong [COMP]" userId="5d5ceb49-d733-4a5d-9ffa-07273d49f3d4" providerId="ADAL" clId="{43795A54-784B-4AA7-BFB9-41EBD5442C56}" dt="2026-09-20T10:17:57.248" v="41" actId="47"/>
        <pc:sldMkLst>
          <pc:docMk/>
          <pc:sldMk cId="3954370171" sldId="461"/>
        </pc:sldMkLst>
      </pc:sldChg>
      <pc:sldChg chg="del">
        <pc:chgData name="LYU, Mingsong [COMP]" userId="5d5ceb49-d733-4a5d-9ffa-07273d49f3d4" providerId="ADAL" clId="{43795A54-784B-4AA7-BFB9-41EBD5442C56}" dt="2026-09-20T10:17:57.248" v="41" actId="47"/>
        <pc:sldMkLst>
          <pc:docMk/>
          <pc:sldMk cId="3362026346" sldId="462"/>
        </pc:sldMkLst>
      </pc:sldChg>
      <pc:sldChg chg="del">
        <pc:chgData name="LYU, Mingsong [COMP]" userId="5d5ceb49-d733-4a5d-9ffa-07273d49f3d4" providerId="ADAL" clId="{43795A54-784B-4AA7-BFB9-41EBD5442C56}" dt="2026-09-20T10:17:57.248" v="41" actId="47"/>
        <pc:sldMkLst>
          <pc:docMk/>
          <pc:sldMk cId="1614644947" sldId="463"/>
        </pc:sldMkLst>
      </pc:sldChg>
      <pc:sldChg chg="del">
        <pc:chgData name="LYU, Mingsong [COMP]" userId="5d5ceb49-d733-4a5d-9ffa-07273d49f3d4" providerId="ADAL" clId="{43795A54-784B-4AA7-BFB9-41EBD5442C56}" dt="2026-09-20T10:17:57.248" v="41" actId="47"/>
        <pc:sldMkLst>
          <pc:docMk/>
          <pc:sldMk cId="602236571" sldId="464"/>
        </pc:sldMkLst>
      </pc:sldChg>
      <pc:sldChg chg="del">
        <pc:chgData name="LYU, Mingsong [COMP]" userId="5d5ceb49-d733-4a5d-9ffa-07273d49f3d4" providerId="ADAL" clId="{43795A54-784B-4AA7-BFB9-41EBD5442C56}" dt="2026-09-20T10:17:57.248" v="41" actId="47"/>
        <pc:sldMkLst>
          <pc:docMk/>
          <pc:sldMk cId="107142062" sldId="465"/>
        </pc:sldMkLst>
      </pc:sldChg>
      <pc:sldChg chg="del">
        <pc:chgData name="LYU, Mingsong [COMP]" userId="5d5ceb49-d733-4a5d-9ffa-07273d49f3d4" providerId="ADAL" clId="{43795A54-784B-4AA7-BFB9-41EBD5442C56}" dt="2026-09-20T10:17:57.248" v="41" actId="47"/>
        <pc:sldMkLst>
          <pc:docMk/>
          <pc:sldMk cId="2041279635" sldId="466"/>
        </pc:sldMkLst>
      </pc:sldChg>
      <pc:sldChg chg="del">
        <pc:chgData name="LYU, Mingsong [COMP]" userId="5d5ceb49-d733-4a5d-9ffa-07273d49f3d4" providerId="ADAL" clId="{43795A54-784B-4AA7-BFB9-41EBD5442C56}" dt="2026-09-20T10:17:57.248" v="41" actId="47"/>
        <pc:sldMkLst>
          <pc:docMk/>
          <pc:sldMk cId="1127358097" sldId="478"/>
        </pc:sldMkLst>
      </pc:sldChg>
      <pc:sldChg chg="del">
        <pc:chgData name="LYU, Mingsong [COMP]" userId="5d5ceb49-d733-4a5d-9ffa-07273d49f3d4" providerId="ADAL" clId="{43795A54-784B-4AA7-BFB9-41EBD5442C56}" dt="2026-09-20T10:17:48.909" v="40" actId="47"/>
        <pc:sldMkLst>
          <pc:docMk/>
          <pc:sldMk cId="2646417542" sldId="479"/>
        </pc:sldMkLst>
      </pc:sldChg>
      <pc:sldChg chg="del">
        <pc:chgData name="LYU, Mingsong [COMP]" userId="5d5ceb49-d733-4a5d-9ffa-07273d49f3d4" providerId="ADAL" clId="{43795A54-784B-4AA7-BFB9-41EBD5442C56}" dt="2026-09-20T10:17:57.248" v="41" actId="47"/>
        <pc:sldMkLst>
          <pc:docMk/>
          <pc:sldMk cId="716568120" sldId="480"/>
        </pc:sldMkLst>
      </pc:sldChg>
      <pc:sldChg chg="del">
        <pc:chgData name="LYU, Mingsong [COMP]" userId="5d5ceb49-d733-4a5d-9ffa-07273d49f3d4" providerId="ADAL" clId="{43795A54-784B-4AA7-BFB9-41EBD5442C56}" dt="2026-09-20T10:17:57.248" v="41" actId="47"/>
        <pc:sldMkLst>
          <pc:docMk/>
          <pc:sldMk cId="3467094796" sldId="481"/>
        </pc:sldMkLst>
      </pc:sldChg>
      <pc:sldChg chg="del">
        <pc:chgData name="LYU, Mingsong [COMP]" userId="5d5ceb49-d733-4a5d-9ffa-07273d49f3d4" providerId="ADAL" clId="{43795A54-784B-4AA7-BFB9-41EBD5442C56}" dt="2026-09-20T10:17:57.248" v="41" actId="47"/>
        <pc:sldMkLst>
          <pc:docMk/>
          <pc:sldMk cId="3935803073" sldId="482"/>
        </pc:sldMkLst>
      </pc:sldChg>
      <pc:sldChg chg="del">
        <pc:chgData name="LYU, Mingsong [COMP]" userId="5d5ceb49-d733-4a5d-9ffa-07273d49f3d4" providerId="ADAL" clId="{43795A54-784B-4AA7-BFB9-41EBD5442C56}" dt="2026-09-20T10:17:57.248" v="41" actId="47"/>
        <pc:sldMkLst>
          <pc:docMk/>
          <pc:sldMk cId="410807404" sldId="483"/>
        </pc:sldMkLst>
      </pc:sldChg>
      <pc:sldChg chg="del">
        <pc:chgData name="LYU, Mingsong [COMP]" userId="5d5ceb49-d733-4a5d-9ffa-07273d49f3d4" providerId="ADAL" clId="{43795A54-784B-4AA7-BFB9-41EBD5442C56}" dt="2026-09-20T10:17:57.248" v="41" actId="47"/>
        <pc:sldMkLst>
          <pc:docMk/>
          <pc:sldMk cId="1679902561" sldId="484"/>
        </pc:sldMkLst>
      </pc:sldChg>
      <pc:sldChg chg="del">
        <pc:chgData name="LYU, Mingsong [COMP]" userId="5d5ceb49-d733-4a5d-9ffa-07273d49f3d4" providerId="ADAL" clId="{43795A54-784B-4AA7-BFB9-41EBD5442C56}" dt="2026-09-20T10:17:57.248" v="41" actId="47"/>
        <pc:sldMkLst>
          <pc:docMk/>
          <pc:sldMk cId="1848997563" sldId="485"/>
        </pc:sldMkLst>
      </pc:sldChg>
      <pc:sldChg chg="del">
        <pc:chgData name="LYU, Mingsong [COMP]" userId="5d5ceb49-d733-4a5d-9ffa-07273d49f3d4" providerId="ADAL" clId="{43795A54-784B-4AA7-BFB9-41EBD5442C56}" dt="2026-09-20T10:17:57.248" v="41" actId="47"/>
        <pc:sldMkLst>
          <pc:docMk/>
          <pc:sldMk cId="1357054424" sldId="486"/>
        </pc:sldMkLst>
      </pc:sldChg>
      <pc:sldChg chg="addSp delSp modSp new mod modAnim">
        <pc:chgData name="LYU, Mingsong [COMP]" userId="5d5ceb49-d733-4a5d-9ffa-07273d49f3d4" providerId="ADAL" clId="{43795A54-784B-4AA7-BFB9-41EBD5442C56}" dt="2026-09-20T11:15:55.562" v="1962" actId="6549"/>
        <pc:sldMkLst>
          <pc:docMk/>
          <pc:sldMk cId="2450362173" sldId="487"/>
        </pc:sldMkLst>
        <pc:spChg chg="mod">
          <ac:chgData name="LYU, Mingsong [COMP]" userId="5d5ceb49-d733-4a5d-9ffa-07273d49f3d4" providerId="ADAL" clId="{43795A54-784B-4AA7-BFB9-41EBD5442C56}" dt="2026-09-20T10:19:49.346" v="42"/>
          <ac:spMkLst>
            <pc:docMk/>
            <pc:sldMk cId="2450362173" sldId="487"/>
            <ac:spMk id="2" creationId="{BEA15B3F-68D7-B6C5-FFF3-7CEF19D75538}"/>
          </ac:spMkLst>
        </pc:spChg>
        <pc:spChg chg="mod">
          <ac:chgData name="LYU, Mingsong [COMP]" userId="5d5ceb49-d733-4a5d-9ffa-07273d49f3d4" providerId="ADAL" clId="{43795A54-784B-4AA7-BFB9-41EBD5442C56}" dt="2026-09-20T11:15:55.562" v="1962" actId="6549"/>
          <ac:spMkLst>
            <pc:docMk/>
            <pc:sldMk cId="2450362173" sldId="487"/>
            <ac:spMk id="3" creationId="{F05FEBC5-8505-1709-A67D-A9173B3D50AB}"/>
          </ac:spMkLst>
        </pc:spChg>
        <pc:spChg chg="add del">
          <ac:chgData name="LYU, Mingsong [COMP]" userId="5d5ceb49-d733-4a5d-9ffa-07273d49f3d4" providerId="ADAL" clId="{43795A54-784B-4AA7-BFB9-41EBD5442C56}" dt="2026-09-20T10:53:35.726" v="969" actId="478"/>
          <ac:spMkLst>
            <pc:docMk/>
            <pc:sldMk cId="2450362173" sldId="487"/>
            <ac:spMk id="6" creationId="{5E80F936-14E8-7D14-9078-C6D8AA5D2C8C}"/>
          </ac:spMkLst>
        </pc:spChg>
      </pc:sldChg>
      <pc:sldChg chg="modSp new mod ord">
        <pc:chgData name="LYU, Mingsong [COMP]" userId="5d5ceb49-d733-4a5d-9ffa-07273d49f3d4" providerId="ADAL" clId="{43795A54-784B-4AA7-BFB9-41EBD5442C56}" dt="2026-09-20T11:34:54.606" v="2412" actId="20577"/>
        <pc:sldMkLst>
          <pc:docMk/>
          <pc:sldMk cId="26937813" sldId="488"/>
        </pc:sldMkLst>
        <pc:spChg chg="mod">
          <ac:chgData name="LYU, Mingsong [COMP]" userId="5d5ceb49-d733-4a5d-9ffa-07273d49f3d4" providerId="ADAL" clId="{43795A54-784B-4AA7-BFB9-41EBD5442C56}" dt="2026-09-20T10:24:05.994" v="60"/>
          <ac:spMkLst>
            <pc:docMk/>
            <pc:sldMk cId="26937813" sldId="488"/>
            <ac:spMk id="2" creationId="{A4E3A25F-4583-15A5-920B-5D2B2347E658}"/>
          </ac:spMkLst>
        </pc:spChg>
        <pc:spChg chg="mod">
          <ac:chgData name="LYU, Mingsong [COMP]" userId="5d5ceb49-d733-4a5d-9ffa-07273d49f3d4" providerId="ADAL" clId="{43795A54-784B-4AA7-BFB9-41EBD5442C56}" dt="2026-09-20T11:34:54.606" v="2412" actId="20577"/>
          <ac:spMkLst>
            <pc:docMk/>
            <pc:sldMk cId="26937813" sldId="488"/>
            <ac:spMk id="3" creationId="{C9322112-9C75-2507-C59F-2F66B96C5FAD}"/>
          </ac:spMkLst>
        </pc:spChg>
      </pc:sldChg>
      <pc:sldChg chg="modSp new mod modAnim">
        <pc:chgData name="LYU, Mingsong [COMP]" userId="5d5ceb49-d733-4a5d-9ffa-07273d49f3d4" providerId="ADAL" clId="{43795A54-784B-4AA7-BFB9-41EBD5442C56}" dt="2026-09-20T11:35:35.896" v="2418"/>
        <pc:sldMkLst>
          <pc:docMk/>
          <pc:sldMk cId="1757197844" sldId="489"/>
        </pc:sldMkLst>
        <pc:spChg chg="mod">
          <ac:chgData name="LYU, Mingsong [COMP]" userId="5d5ceb49-d733-4a5d-9ffa-07273d49f3d4" providerId="ADAL" clId="{43795A54-784B-4AA7-BFB9-41EBD5442C56}" dt="2026-09-20T10:31:43.177" v="478" actId="20577"/>
          <ac:spMkLst>
            <pc:docMk/>
            <pc:sldMk cId="1757197844" sldId="489"/>
            <ac:spMk id="2" creationId="{8E4F4876-22DF-FB4C-C42E-3AD22CD4DECC}"/>
          </ac:spMkLst>
        </pc:spChg>
        <pc:spChg chg="mod">
          <ac:chgData name="LYU, Mingsong [COMP]" userId="5d5ceb49-d733-4a5d-9ffa-07273d49f3d4" providerId="ADAL" clId="{43795A54-784B-4AA7-BFB9-41EBD5442C56}" dt="2026-09-20T11:35:30.852" v="2417" actId="20577"/>
          <ac:spMkLst>
            <pc:docMk/>
            <pc:sldMk cId="1757197844" sldId="489"/>
            <ac:spMk id="3" creationId="{C901AC42-D3DC-7C1C-85C1-2A709D0DA07C}"/>
          </ac:spMkLst>
        </pc:spChg>
      </pc:sldChg>
      <pc:sldChg chg="addSp delSp modSp new mod modAnim">
        <pc:chgData name="LYU, Mingsong [COMP]" userId="5d5ceb49-d733-4a5d-9ffa-07273d49f3d4" providerId="ADAL" clId="{43795A54-784B-4AA7-BFB9-41EBD5442C56}" dt="2026-09-20T10:57:16.095" v="1017"/>
        <pc:sldMkLst>
          <pc:docMk/>
          <pc:sldMk cId="89149127" sldId="490"/>
        </pc:sldMkLst>
        <pc:spChg chg="mod">
          <ac:chgData name="LYU, Mingsong [COMP]" userId="5d5ceb49-d733-4a5d-9ffa-07273d49f3d4" providerId="ADAL" clId="{43795A54-784B-4AA7-BFB9-41EBD5442C56}" dt="2026-09-20T10:50:33.678" v="850"/>
          <ac:spMkLst>
            <pc:docMk/>
            <pc:sldMk cId="89149127" sldId="490"/>
            <ac:spMk id="2" creationId="{128C532E-36E0-D071-2ABC-10B9E26CA808}"/>
          </ac:spMkLst>
        </pc:spChg>
        <pc:spChg chg="mod">
          <ac:chgData name="LYU, Mingsong [COMP]" userId="5d5ceb49-d733-4a5d-9ffa-07273d49f3d4" providerId="ADAL" clId="{43795A54-784B-4AA7-BFB9-41EBD5442C56}" dt="2026-09-20T10:56:44.917" v="1011" actId="27636"/>
          <ac:spMkLst>
            <pc:docMk/>
            <pc:sldMk cId="89149127" sldId="490"/>
            <ac:spMk id="3" creationId="{E70CBD01-CCFC-63E1-B15E-F1DC156B27B7}"/>
          </ac:spMkLst>
        </pc:spChg>
        <pc:spChg chg="add del">
          <ac:chgData name="LYU, Mingsong [COMP]" userId="5d5ceb49-d733-4a5d-9ffa-07273d49f3d4" providerId="ADAL" clId="{43795A54-784B-4AA7-BFB9-41EBD5442C56}" dt="2026-09-20T10:50:51.319" v="852" actId="22"/>
          <ac:spMkLst>
            <pc:docMk/>
            <pc:sldMk cId="89149127" sldId="490"/>
            <ac:spMk id="7" creationId="{E26C73A7-3965-B52F-32F1-F0C463C81819}"/>
          </ac:spMkLst>
        </pc:spChg>
        <pc:spChg chg="add">
          <ac:chgData name="LYU, Mingsong [COMP]" userId="5d5ceb49-d733-4a5d-9ffa-07273d49f3d4" providerId="ADAL" clId="{43795A54-784B-4AA7-BFB9-41EBD5442C56}" dt="2026-09-20T10:56:28.986" v="1003"/>
          <ac:spMkLst>
            <pc:docMk/>
            <pc:sldMk cId="89149127" sldId="490"/>
            <ac:spMk id="8" creationId="{418B1910-B66E-F4A1-31A8-DE74C099901A}"/>
          </ac:spMkLst>
        </pc:spChg>
      </pc:sldChg>
      <pc:sldChg chg="addSp delSp modSp new mod ord">
        <pc:chgData name="LYU, Mingsong [COMP]" userId="5d5ceb49-d733-4a5d-9ffa-07273d49f3d4" providerId="ADAL" clId="{43795A54-784B-4AA7-BFB9-41EBD5442C56}" dt="2026-09-20T11:35:50.521" v="2420"/>
        <pc:sldMkLst>
          <pc:docMk/>
          <pc:sldMk cId="4003504308" sldId="491"/>
        </pc:sldMkLst>
        <pc:spChg chg="mod">
          <ac:chgData name="LYU, Mingsong [COMP]" userId="5d5ceb49-d733-4a5d-9ffa-07273d49f3d4" providerId="ADAL" clId="{43795A54-784B-4AA7-BFB9-41EBD5442C56}" dt="2026-09-20T10:54:51.935" v="978"/>
          <ac:spMkLst>
            <pc:docMk/>
            <pc:sldMk cId="4003504308" sldId="491"/>
            <ac:spMk id="2" creationId="{EB567EBC-2DAF-761E-A0F7-D545EBC74607}"/>
          </ac:spMkLst>
        </pc:spChg>
        <pc:spChg chg="del">
          <ac:chgData name="LYU, Mingsong [COMP]" userId="5d5ceb49-d733-4a5d-9ffa-07273d49f3d4" providerId="ADAL" clId="{43795A54-784B-4AA7-BFB9-41EBD5442C56}" dt="2026-09-20T10:55:02.080" v="979" actId="478"/>
          <ac:spMkLst>
            <pc:docMk/>
            <pc:sldMk cId="4003504308" sldId="491"/>
            <ac:spMk id="3" creationId="{A9BD2B07-2AFF-B391-E905-D6A307A5BC7D}"/>
          </ac:spMkLst>
        </pc:spChg>
        <pc:spChg chg="add mod">
          <ac:chgData name="LYU, Mingsong [COMP]" userId="5d5ceb49-d733-4a5d-9ffa-07273d49f3d4" providerId="ADAL" clId="{43795A54-784B-4AA7-BFB9-41EBD5442C56}" dt="2026-09-20T10:56:03.567" v="1002" actId="1076"/>
          <ac:spMkLst>
            <pc:docMk/>
            <pc:sldMk cId="4003504308" sldId="491"/>
            <ac:spMk id="7" creationId="{10EAFB58-9E11-C04C-A52A-A3C3D440EFE2}"/>
          </ac:spMkLst>
        </pc:spChg>
      </pc:sldChg>
      <pc:sldChg chg="addSp delSp modSp new mod">
        <pc:chgData name="LYU, Mingsong [COMP]" userId="5d5ceb49-d733-4a5d-9ffa-07273d49f3d4" providerId="ADAL" clId="{43795A54-784B-4AA7-BFB9-41EBD5442C56}" dt="2026-09-20T11:36:34.299" v="2431" actId="20577"/>
        <pc:sldMkLst>
          <pc:docMk/>
          <pc:sldMk cId="1944401506" sldId="492"/>
        </pc:sldMkLst>
        <pc:spChg chg="mod">
          <ac:chgData name="LYU, Mingsong [COMP]" userId="5d5ceb49-d733-4a5d-9ffa-07273d49f3d4" providerId="ADAL" clId="{43795A54-784B-4AA7-BFB9-41EBD5442C56}" dt="2026-09-20T11:09:34.799" v="1694" actId="20577"/>
          <ac:spMkLst>
            <pc:docMk/>
            <pc:sldMk cId="1944401506" sldId="492"/>
            <ac:spMk id="2" creationId="{0FBC91EE-F2B7-CAAC-ED89-AFF789A95FB2}"/>
          </ac:spMkLst>
        </pc:spChg>
        <pc:spChg chg="mod">
          <ac:chgData name="LYU, Mingsong [COMP]" userId="5d5ceb49-d733-4a5d-9ffa-07273d49f3d4" providerId="ADAL" clId="{43795A54-784B-4AA7-BFB9-41EBD5442C56}" dt="2026-09-20T11:36:34.299" v="2431" actId="20577"/>
          <ac:spMkLst>
            <pc:docMk/>
            <pc:sldMk cId="1944401506" sldId="492"/>
            <ac:spMk id="3" creationId="{8E71C14E-0EE0-1C15-6322-E1C98E8EC1A1}"/>
          </ac:spMkLst>
        </pc:spChg>
        <pc:picChg chg="add del mod modCrop">
          <ac:chgData name="LYU, Mingsong [COMP]" userId="5d5ceb49-d733-4a5d-9ffa-07273d49f3d4" providerId="ADAL" clId="{43795A54-784B-4AA7-BFB9-41EBD5442C56}" dt="2026-09-20T11:05:27.203" v="1465" actId="478"/>
          <ac:picMkLst>
            <pc:docMk/>
            <pc:sldMk cId="1944401506" sldId="492"/>
            <ac:picMk id="7" creationId="{A550707F-4123-4E1B-594F-1AF5315B6DE5}"/>
          </ac:picMkLst>
        </pc:picChg>
        <pc:picChg chg="add del mod modCrop">
          <ac:chgData name="LYU, Mingsong [COMP]" userId="5d5ceb49-d733-4a5d-9ffa-07273d49f3d4" providerId="ADAL" clId="{43795A54-784B-4AA7-BFB9-41EBD5442C56}" dt="2026-09-20T11:08:33.193" v="1669" actId="478"/>
          <ac:picMkLst>
            <pc:docMk/>
            <pc:sldMk cId="1944401506" sldId="492"/>
            <ac:picMk id="9" creationId="{CDF3B17E-75CB-2427-F44E-391C78AA4E19}"/>
          </ac:picMkLst>
        </pc:picChg>
        <pc:picChg chg="add del mod">
          <ac:chgData name="LYU, Mingsong [COMP]" userId="5d5ceb49-d733-4a5d-9ffa-07273d49f3d4" providerId="ADAL" clId="{43795A54-784B-4AA7-BFB9-41EBD5442C56}" dt="2026-09-20T11:09:18.279" v="1679" actId="478"/>
          <ac:picMkLst>
            <pc:docMk/>
            <pc:sldMk cId="1944401506" sldId="492"/>
            <ac:picMk id="10" creationId="{2831B11C-CA88-B8A9-5F0C-F8FFFB6F1237}"/>
          </ac:picMkLst>
        </pc:picChg>
        <pc:picChg chg="add mod">
          <ac:chgData name="LYU, Mingsong [COMP]" userId="5d5ceb49-d733-4a5d-9ffa-07273d49f3d4" providerId="ADAL" clId="{43795A54-784B-4AA7-BFB9-41EBD5442C56}" dt="2026-09-20T11:09:18.510" v="1680"/>
          <ac:picMkLst>
            <pc:docMk/>
            <pc:sldMk cId="1944401506" sldId="492"/>
            <ac:picMk id="11" creationId="{7152989F-64C6-4C4B-311D-3C48FAF96E0C}"/>
          </ac:picMkLst>
        </pc:picChg>
      </pc:sldChg>
      <pc:sldChg chg="addSp delSp modSp new mod">
        <pc:chgData name="LYU, Mingsong [COMP]" userId="5d5ceb49-d733-4a5d-9ffa-07273d49f3d4" providerId="ADAL" clId="{43795A54-784B-4AA7-BFB9-41EBD5442C56}" dt="2026-09-20T11:38:24.090" v="2467" actId="1076"/>
        <pc:sldMkLst>
          <pc:docMk/>
          <pc:sldMk cId="4062277428" sldId="493"/>
        </pc:sldMkLst>
        <pc:spChg chg="mod">
          <ac:chgData name="LYU, Mingsong [COMP]" userId="5d5ceb49-d733-4a5d-9ffa-07273d49f3d4" providerId="ADAL" clId="{43795A54-784B-4AA7-BFB9-41EBD5442C56}" dt="2026-09-20T11:09:42.063" v="1703" actId="20577"/>
          <ac:spMkLst>
            <pc:docMk/>
            <pc:sldMk cId="4062277428" sldId="493"/>
            <ac:spMk id="2" creationId="{161DA191-9D3D-4928-2958-5287AEF2D262}"/>
          </ac:spMkLst>
        </pc:spChg>
        <pc:spChg chg="mod">
          <ac:chgData name="LYU, Mingsong [COMP]" userId="5d5ceb49-d733-4a5d-9ffa-07273d49f3d4" providerId="ADAL" clId="{43795A54-784B-4AA7-BFB9-41EBD5442C56}" dt="2026-09-20T11:38:08.962" v="2466" actId="27636"/>
          <ac:spMkLst>
            <pc:docMk/>
            <pc:sldMk cId="4062277428" sldId="493"/>
            <ac:spMk id="3" creationId="{BDA3F474-0338-9A30-A4DD-195F694C7E14}"/>
          </ac:spMkLst>
        </pc:spChg>
        <pc:spChg chg="add del mod">
          <ac:chgData name="LYU, Mingsong [COMP]" userId="5d5ceb49-d733-4a5d-9ffa-07273d49f3d4" providerId="ADAL" clId="{43795A54-784B-4AA7-BFB9-41EBD5442C56}" dt="2026-09-20T11:07:53.322" v="1611"/>
          <ac:spMkLst>
            <pc:docMk/>
            <pc:sldMk cId="4062277428" sldId="493"/>
            <ac:spMk id="8" creationId="{0150499A-F3E2-2B53-0066-50FEE686D9D1}"/>
          </ac:spMkLst>
        </pc:spChg>
        <pc:picChg chg="add del mod">
          <ac:chgData name="LYU, Mingsong [COMP]" userId="5d5ceb49-d733-4a5d-9ffa-07273d49f3d4" providerId="ADAL" clId="{43795A54-784B-4AA7-BFB9-41EBD5442C56}" dt="2026-09-20T11:05:52.111" v="1471" actId="478"/>
          <ac:picMkLst>
            <pc:docMk/>
            <pc:sldMk cId="4062277428" sldId="493"/>
            <ac:picMk id="6" creationId="{073DE267-9D08-0A34-9DD7-DAAEF1DC1320}"/>
          </ac:picMkLst>
        </pc:picChg>
        <pc:picChg chg="add mod">
          <ac:chgData name="LYU, Mingsong [COMP]" userId="5d5ceb49-d733-4a5d-9ffa-07273d49f3d4" providerId="ADAL" clId="{43795A54-784B-4AA7-BFB9-41EBD5442C56}" dt="2026-09-20T11:38:24.090" v="2467" actId="1076"/>
          <ac:picMkLst>
            <pc:docMk/>
            <pc:sldMk cId="4062277428" sldId="493"/>
            <ac:picMk id="7" creationId="{52144B34-2483-324F-11C1-B6062F8092CF}"/>
          </ac:picMkLst>
        </pc:picChg>
      </pc:sldChg>
      <pc:sldChg chg="addSp modSp new mod">
        <pc:chgData name="LYU, Mingsong [COMP]" userId="5d5ceb49-d733-4a5d-9ffa-07273d49f3d4" providerId="ADAL" clId="{43795A54-784B-4AA7-BFB9-41EBD5442C56}" dt="2026-09-20T11:15:09.844" v="1959" actId="14100"/>
        <pc:sldMkLst>
          <pc:docMk/>
          <pc:sldMk cId="1301144016" sldId="494"/>
        </pc:sldMkLst>
        <pc:spChg chg="mod">
          <ac:chgData name="LYU, Mingsong [COMP]" userId="5d5ceb49-d733-4a5d-9ffa-07273d49f3d4" providerId="ADAL" clId="{43795A54-784B-4AA7-BFB9-41EBD5442C56}" dt="2026-09-20T11:14:15.906" v="1951" actId="20577"/>
          <ac:spMkLst>
            <pc:docMk/>
            <pc:sldMk cId="1301144016" sldId="494"/>
            <ac:spMk id="2" creationId="{A2C68C32-F540-60BC-6A83-4DA600DE02CE}"/>
          </ac:spMkLst>
        </pc:spChg>
        <pc:spChg chg="mod">
          <ac:chgData name="LYU, Mingsong [COMP]" userId="5d5ceb49-d733-4a5d-9ffa-07273d49f3d4" providerId="ADAL" clId="{43795A54-784B-4AA7-BFB9-41EBD5442C56}" dt="2026-09-20T11:12:37.520" v="1937" actId="20577"/>
          <ac:spMkLst>
            <pc:docMk/>
            <pc:sldMk cId="1301144016" sldId="494"/>
            <ac:spMk id="3" creationId="{E4FDAE3B-6B37-9296-BB91-C394838B7DD2}"/>
          </ac:spMkLst>
        </pc:spChg>
        <pc:picChg chg="add mod modCrop">
          <ac:chgData name="LYU, Mingsong [COMP]" userId="5d5ceb49-d733-4a5d-9ffa-07273d49f3d4" providerId="ADAL" clId="{43795A54-784B-4AA7-BFB9-41EBD5442C56}" dt="2026-09-20T11:15:09.844" v="1959" actId="14100"/>
          <ac:picMkLst>
            <pc:docMk/>
            <pc:sldMk cId="1301144016" sldId="494"/>
            <ac:picMk id="7" creationId="{766A9239-6CD3-4432-44DD-A7EBC5E9A85D}"/>
          </ac:picMkLst>
        </pc:picChg>
      </pc:sldChg>
      <pc:sldChg chg="addSp delSp modSp new mod">
        <pc:chgData name="LYU, Mingsong [COMP]" userId="5d5ceb49-d733-4a5d-9ffa-07273d49f3d4" providerId="ADAL" clId="{43795A54-784B-4AA7-BFB9-41EBD5442C56}" dt="2026-09-20T11:22:14.401" v="2178" actId="1076"/>
        <pc:sldMkLst>
          <pc:docMk/>
          <pc:sldMk cId="544664227" sldId="495"/>
        </pc:sldMkLst>
        <pc:spChg chg="mod">
          <ac:chgData name="LYU, Mingsong [COMP]" userId="5d5ceb49-d733-4a5d-9ffa-07273d49f3d4" providerId="ADAL" clId="{43795A54-784B-4AA7-BFB9-41EBD5442C56}" dt="2026-09-20T11:17:33.121" v="2026" actId="20577"/>
          <ac:spMkLst>
            <pc:docMk/>
            <pc:sldMk cId="544664227" sldId="495"/>
            <ac:spMk id="2" creationId="{530EB458-312B-AA60-97F7-69D79D0FD574}"/>
          </ac:spMkLst>
        </pc:spChg>
        <pc:spChg chg="del">
          <ac:chgData name="LYU, Mingsong [COMP]" userId="5d5ceb49-d733-4a5d-9ffa-07273d49f3d4" providerId="ADAL" clId="{43795A54-784B-4AA7-BFB9-41EBD5442C56}" dt="2026-09-20T11:18:00.675" v="2027"/>
          <ac:spMkLst>
            <pc:docMk/>
            <pc:sldMk cId="544664227" sldId="495"/>
            <ac:spMk id="3" creationId="{B654FC52-C7D0-375D-4282-56AEDBCD88CF}"/>
          </ac:spMkLst>
        </pc:spChg>
        <pc:spChg chg="add del mod">
          <ac:chgData name="LYU, Mingsong [COMP]" userId="5d5ceb49-d733-4a5d-9ffa-07273d49f3d4" providerId="ADAL" clId="{43795A54-784B-4AA7-BFB9-41EBD5442C56}" dt="2026-09-20T11:20:01.492" v="2137" actId="478"/>
          <ac:spMkLst>
            <pc:docMk/>
            <pc:sldMk cId="544664227" sldId="495"/>
            <ac:spMk id="9" creationId="{E0DE8E18-D716-2D4B-2598-3F340CE4EC71}"/>
          </ac:spMkLst>
        </pc:spChg>
        <pc:spChg chg="add mod">
          <ac:chgData name="LYU, Mingsong [COMP]" userId="5d5ceb49-d733-4a5d-9ffa-07273d49f3d4" providerId="ADAL" clId="{43795A54-784B-4AA7-BFB9-41EBD5442C56}" dt="2026-09-20T11:22:14.401" v="2178" actId="1076"/>
          <ac:spMkLst>
            <pc:docMk/>
            <pc:sldMk cId="544664227" sldId="495"/>
            <ac:spMk id="12" creationId="{0FA14AE8-4683-3CF3-D39A-29069F56B8E1}"/>
          </ac:spMkLst>
        </pc:spChg>
        <pc:graphicFrameChg chg="add del mod modGraphic">
          <ac:chgData name="LYU, Mingsong [COMP]" userId="5d5ceb49-d733-4a5d-9ffa-07273d49f3d4" providerId="ADAL" clId="{43795A54-784B-4AA7-BFB9-41EBD5442C56}" dt="2026-09-20T11:19:59.040" v="2136" actId="478"/>
          <ac:graphicFrameMkLst>
            <pc:docMk/>
            <pc:sldMk cId="544664227" sldId="495"/>
            <ac:graphicFrameMk id="6" creationId="{3C2CEC58-60BC-1F1C-C5DC-06B09B0727D7}"/>
          </ac:graphicFrameMkLst>
        </pc:graphicFrameChg>
        <pc:graphicFrameChg chg="add mod modGraphic">
          <ac:chgData name="LYU, Mingsong [COMP]" userId="5d5ceb49-d733-4a5d-9ffa-07273d49f3d4" providerId="ADAL" clId="{43795A54-784B-4AA7-BFB9-41EBD5442C56}" dt="2026-09-20T11:22:05.321" v="2176" actId="1076"/>
          <ac:graphicFrameMkLst>
            <pc:docMk/>
            <pc:sldMk cId="544664227" sldId="495"/>
            <ac:graphicFrameMk id="7" creationId="{DEB5F693-9054-C929-C795-53835646DF6A}"/>
          </ac:graphicFrameMkLst>
        </pc:graphicFrameChg>
        <pc:graphicFrameChg chg="add del mod">
          <ac:chgData name="LYU, Mingsong [COMP]" userId="5d5ceb49-d733-4a5d-9ffa-07273d49f3d4" providerId="ADAL" clId="{43795A54-784B-4AA7-BFB9-41EBD5442C56}" dt="2026-09-20T11:20:52.992" v="2147" actId="478"/>
          <ac:graphicFrameMkLst>
            <pc:docMk/>
            <pc:sldMk cId="544664227" sldId="495"/>
            <ac:graphicFrameMk id="10" creationId="{1DFC92E3-A7C3-CB28-47AA-0D6DE81CBF1A}"/>
          </ac:graphicFrameMkLst>
        </pc:graphicFrameChg>
      </pc:sldChg>
      <pc:sldChg chg="addSp delSp modSp new mod">
        <pc:chgData name="LYU, Mingsong [COMP]" userId="5d5ceb49-d733-4a5d-9ffa-07273d49f3d4" providerId="ADAL" clId="{43795A54-784B-4AA7-BFB9-41EBD5442C56}" dt="2026-09-20T11:16:50.987" v="2009" actId="1076"/>
        <pc:sldMkLst>
          <pc:docMk/>
          <pc:sldMk cId="539961830" sldId="496"/>
        </pc:sldMkLst>
        <pc:spChg chg="mod">
          <ac:chgData name="LYU, Mingsong [COMP]" userId="5d5ceb49-d733-4a5d-9ffa-07273d49f3d4" providerId="ADAL" clId="{43795A54-784B-4AA7-BFB9-41EBD5442C56}" dt="2026-09-20T11:16:37.088" v="2006" actId="20577"/>
          <ac:spMkLst>
            <pc:docMk/>
            <pc:sldMk cId="539961830" sldId="496"/>
            <ac:spMk id="2" creationId="{E49C5DDA-8809-0DB7-F6D7-4F21696CF69B}"/>
          </ac:spMkLst>
        </pc:spChg>
        <pc:spChg chg="del">
          <ac:chgData name="LYU, Mingsong [COMP]" userId="5d5ceb49-d733-4a5d-9ffa-07273d49f3d4" providerId="ADAL" clId="{43795A54-784B-4AA7-BFB9-41EBD5442C56}" dt="2026-09-20T11:16:17.819" v="1965" actId="931"/>
          <ac:spMkLst>
            <pc:docMk/>
            <pc:sldMk cId="539961830" sldId="496"/>
            <ac:spMk id="3" creationId="{5F9E416F-7921-6F91-113D-385343C1500F}"/>
          </ac:spMkLst>
        </pc:spChg>
        <pc:picChg chg="add mod modCrop">
          <ac:chgData name="LYU, Mingsong [COMP]" userId="5d5ceb49-d733-4a5d-9ffa-07273d49f3d4" providerId="ADAL" clId="{43795A54-784B-4AA7-BFB9-41EBD5442C56}" dt="2026-09-20T11:16:50.987" v="2009" actId="1076"/>
          <ac:picMkLst>
            <pc:docMk/>
            <pc:sldMk cId="539961830" sldId="496"/>
            <ac:picMk id="7" creationId="{CC86AA8D-5F2D-2117-A972-9E4834FFA61B}"/>
          </ac:picMkLst>
        </pc:picChg>
      </pc:sldChg>
      <pc:sldChg chg="addSp delSp modSp new mod">
        <pc:chgData name="LYU, Mingsong [COMP]" userId="5d5ceb49-d733-4a5d-9ffa-07273d49f3d4" providerId="ADAL" clId="{43795A54-784B-4AA7-BFB9-41EBD5442C56}" dt="2026-09-20T11:25:57.372" v="2314" actId="14734"/>
        <pc:sldMkLst>
          <pc:docMk/>
          <pc:sldMk cId="310827691" sldId="497"/>
        </pc:sldMkLst>
        <pc:spChg chg="mod">
          <ac:chgData name="LYU, Mingsong [COMP]" userId="5d5ceb49-d733-4a5d-9ffa-07273d49f3d4" providerId="ADAL" clId="{43795A54-784B-4AA7-BFB9-41EBD5442C56}" dt="2026-09-20T11:21:20.439" v="2153"/>
          <ac:spMkLst>
            <pc:docMk/>
            <pc:sldMk cId="310827691" sldId="497"/>
            <ac:spMk id="2" creationId="{CE3EF8DF-3572-5C2D-73EC-5ED528B2FD9B}"/>
          </ac:spMkLst>
        </pc:spChg>
        <pc:spChg chg="add del mod">
          <ac:chgData name="LYU, Mingsong [COMP]" userId="5d5ceb49-d733-4a5d-9ffa-07273d49f3d4" providerId="ADAL" clId="{43795A54-784B-4AA7-BFB9-41EBD5442C56}" dt="2026-09-20T11:22:33.725" v="2207" actId="20577"/>
          <ac:spMkLst>
            <pc:docMk/>
            <pc:sldMk cId="310827691" sldId="497"/>
            <ac:spMk id="3" creationId="{019E4EE4-0826-4F2F-0AF2-0166141AF8A9}"/>
          </ac:spMkLst>
        </pc:spChg>
        <pc:graphicFrameChg chg="add del mod ord modGraphic">
          <ac:chgData name="LYU, Mingsong [COMP]" userId="5d5ceb49-d733-4a5d-9ffa-07273d49f3d4" providerId="ADAL" clId="{43795A54-784B-4AA7-BFB9-41EBD5442C56}" dt="2026-09-20T11:21:37.167" v="2157" actId="3680"/>
          <ac:graphicFrameMkLst>
            <pc:docMk/>
            <pc:sldMk cId="310827691" sldId="497"/>
            <ac:graphicFrameMk id="6" creationId="{6AC4FC5E-4623-65F8-9510-44BE912A35F8}"/>
          </ac:graphicFrameMkLst>
        </pc:graphicFrameChg>
        <pc:graphicFrameChg chg="add mod modGraphic">
          <ac:chgData name="LYU, Mingsong [COMP]" userId="5d5ceb49-d733-4a5d-9ffa-07273d49f3d4" providerId="ADAL" clId="{43795A54-784B-4AA7-BFB9-41EBD5442C56}" dt="2026-09-20T11:25:57.372" v="2314" actId="14734"/>
          <ac:graphicFrameMkLst>
            <pc:docMk/>
            <pc:sldMk cId="310827691" sldId="497"/>
            <ac:graphicFrameMk id="7" creationId="{B5B64176-D961-C642-802E-15CB13A165A9}"/>
          </ac:graphicFrameMkLst>
        </pc:graphicFrameChg>
      </pc:sldChg>
      <pc:sldChg chg="modSp new mod">
        <pc:chgData name="LYU, Mingsong [COMP]" userId="5d5ceb49-d733-4a5d-9ffa-07273d49f3d4" providerId="ADAL" clId="{43795A54-784B-4AA7-BFB9-41EBD5442C56}" dt="2026-09-20T11:40:11.523" v="2540" actId="20577"/>
        <pc:sldMkLst>
          <pc:docMk/>
          <pc:sldMk cId="2345364966" sldId="498"/>
        </pc:sldMkLst>
        <pc:spChg chg="mod">
          <ac:chgData name="LYU, Mingsong [COMP]" userId="5d5ceb49-d733-4a5d-9ffa-07273d49f3d4" providerId="ADAL" clId="{43795A54-784B-4AA7-BFB9-41EBD5442C56}" dt="2026-09-20T11:26:16.720" v="2315"/>
          <ac:spMkLst>
            <pc:docMk/>
            <pc:sldMk cId="2345364966" sldId="498"/>
            <ac:spMk id="2" creationId="{54231DE2-44C5-302B-F5E5-58DA3A82DDB2}"/>
          </ac:spMkLst>
        </pc:spChg>
        <pc:spChg chg="mod">
          <ac:chgData name="LYU, Mingsong [COMP]" userId="5d5ceb49-d733-4a5d-9ffa-07273d49f3d4" providerId="ADAL" clId="{43795A54-784B-4AA7-BFB9-41EBD5442C56}" dt="2026-09-20T11:40:11.523" v="2540" actId="20577"/>
          <ac:spMkLst>
            <pc:docMk/>
            <pc:sldMk cId="2345364966" sldId="498"/>
            <ac:spMk id="3" creationId="{86ACB5C3-8CFD-DC67-C6A1-99D617712297}"/>
          </ac:spMkLst>
        </pc:spChg>
      </pc:sldChg>
      <pc:sldChg chg="modSp add mod">
        <pc:chgData name="LYU, Mingsong [COMP]" userId="5d5ceb49-d733-4a5d-9ffa-07273d49f3d4" providerId="ADAL" clId="{43795A54-784B-4AA7-BFB9-41EBD5442C56}" dt="2026-09-20T11:25:47.084" v="2313" actId="14100"/>
        <pc:sldMkLst>
          <pc:docMk/>
          <pc:sldMk cId="3830684211" sldId="499"/>
        </pc:sldMkLst>
        <pc:spChg chg="mod">
          <ac:chgData name="LYU, Mingsong [COMP]" userId="5d5ceb49-d733-4a5d-9ffa-07273d49f3d4" providerId="ADAL" clId="{43795A54-784B-4AA7-BFB9-41EBD5442C56}" dt="2026-09-20T11:24:52" v="2295" actId="6549"/>
          <ac:spMkLst>
            <pc:docMk/>
            <pc:sldMk cId="3830684211" sldId="499"/>
            <ac:spMk id="3" creationId="{019E4EE4-0826-4F2F-0AF2-0166141AF8A9}"/>
          </ac:spMkLst>
        </pc:spChg>
        <pc:graphicFrameChg chg="mod modGraphic">
          <ac:chgData name="LYU, Mingsong [COMP]" userId="5d5ceb49-d733-4a5d-9ffa-07273d49f3d4" providerId="ADAL" clId="{43795A54-784B-4AA7-BFB9-41EBD5442C56}" dt="2026-09-20T11:25:47.084" v="2313" actId="14100"/>
          <ac:graphicFrameMkLst>
            <pc:docMk/>
            <pc:sldMk cId="3830684211" sldId="499"/>
            <ac:graphicFrameMk id="7" creationId="{B5B64176-D961-C642-802E-15CB13A165A9}"/>
          </ac:graphicFrameMkLst>
        </pc:graphicFrameChg>
      </pc:sldChg>
      <pc:sldChg chg="addSp delSp modSp new mod modClrScheme chgLayout">
        <pc:chgData name="LYU, Mingsong [COMP]" userId="5d5ceb49-d733-4a5d-9ffa-07273d49f3d4" providerId="ADAL" clId="{43795A54-784B-4AA7-BFB9-41EBD5442C56}" dt="2026-09-20T11:29:41.185" v="2403" actId="1076"/>
        <pc:sldMkLst>
          <pc:docMk/>
          <pc:sldMk cId="772890657" sldId="500"/>
        </pc:sldMkLst>
        <pc:spChg chg="del mod">
          <ac:chgData name="LYU, Mingsong [COMP]" userId="5d5ceb49-d733-4a5d-9ffa-07273d49f3d4" providerId="ADAL" clId="{43795A54-784B-4AA7-BFB9-41EBD5442C56}" dt="2026-09-20T11:28:47.848" v="2385" actId="478"/>
          <ac:spMkLst>
            <pc:docMk/>
            <pc:sldMk cId="772890657" sldId="500"/>
            <ac:spMk id="2" creationId="{4504BE80-C938-6B88-0F94-ECA76CE3E159}"/>
          </ac:spMkLst>
        </pc:spChg>
        <pc:spChg chg="del">
          <ac:chgData name="LYU, Mingsong [COMP]" userId="5d5ceb49-d733-4a5d-9ffa-07273d49f3d4" providerId="ADAL" clId="{43795A54-784B-4AA7-BFB9-41EBD5442C56}" dt="2026-09-20T11:28:51.563" v="2386" actId="700"/>
          <ac:spMkLst>
            <pc:docMk/>
            <pc:sldMk cId="772890657" sldId="500"/>
            <ac:spMk id="3" creationId="{D56504F2-6980-A172-BA5F-DFFFFCA4036B}"/>
          </ac:spMkLst>
        </pc:spChg>
        <pc:spChg chg="mod ord">
          <ac:chgData name="LYU, Mingsong [COMP]" userId="5d5ceb49-d733-4a5d-9ffa-07273d49f3d4" providerId="ADAL" clId="{43795A54-784B-4AA7-BFB9-41EBD5442C56}" dt="2026-09-20T11:28:51.563" v="2386" actId="700"/>
          <ac:spMkLst>
            <pc:docMk/>
            <pc:sldMk cId="772890657" sldId="500"/>
            <ac:spMk id="4" creationId="{2E8F3580-5A94-F96D-FB7F-69792E8E444D}"/>
          </ac:spMkLst>
        </pc:spChg>
        <pc:spChg chg="mod ord">
          <ac:chgData name="LYU, Mingsong [COMP]" userId="5d5ceb49-d733-4a5d-9ffa-07273d49f3d4" providerId="ADAL" clId="{43795A54-784B-4AA7-BFB9-41EBD5442C56}" dt="2026-09-20T11:28:51.563" v="2386" actId="700"/>
          <ac:spMkLst>
            <pc:docMk/>
            <pc:sldMk cId="772890657" sldId="500"/>
            <ac:spMk id="5" creationId="{17D405F1-6650-3887-CBB4-8D96815ACB4E}"/>
          </ac:spMkLst>
        </pc:spChg>
        <pc:spChg chg="add del mod">
          <ac:chgData name="LYU, Mingsong [COMP]" userId="5d5ceb49-d733-4a5d-9ffa-07273d49f3d4" providerId="ADAL" clId="{43795A54-784B-4AA7-BFB9-41EBD5442C56}" dt="2026-09-20T11:28:51.563" v="2386" actId="700"/>
          <ac:spMkLst>
            <pc:docMk/>
            <pc:sldMk cId="772890657" sldId="500"/>
            <ac:spMk id="7" creationId="{B6D57D96-9450-ABE4-D38D-0985F2202694}"/>
          </ac:spMkLst>
        </pc:spChg>
        <pc:spChg chg="add del">
          <ac:chgData name="LYU, Mingsong [COMP]" userId="5d5ceb49-d733-4a5d-9ffa-07273d49f3d4" providerId="ADAL" clId="{43795A54-784B-4AA7-BFB9-41EBD5442C56}" dt="2026-09-20T11:28:55.012" v="2388" actId="22"/>
          <ac:spMkLst>
            <pc:docMk/>
            <pc:sldMk cId="772890657" sldId="500"/>
            <ac:spMk id="9" creationId="{89F447FC-50FA-E64A-0789-D2A16A46E359}"/>
          </ac:spMkLst>
        </pc:spChg>
        <pc:spChg chg="add mod">
          <ac:chgData name="LYU, Mingsong [COMP]" userId="5d5ceb49-d733-4a5d-9ffa-07273d49f3d4" providerId="ADAL" clId="{43795A54-784B-4AA7-BFB9-41EBD5442C56}" dt="2026-09-20T11:29:41.185" v="2403" actId="1076"/>
          <ac:spMkLst>
            <pc:docMk/>
            <pc:sldMk cId="772890657" sldId="500"/>
            <ac:spMk id="11" creationId="{8D99C275-6DDD-D775-6C8D-998B8B7789D7}"/>
          </ac:spMkLst>
        </pc:spChg>
      </pc:sldChg>
    </pc:docChg>
  </pc:docChgLst>
  <pc:docChgLst>
    <pc:chgData name="LYU, Mingsong [COMP]" userId="5d5ceb49-d733-4a5d-9ffa-07273d49f3d4" providerId="ADAL" clId="{0CA23B10-364A-4F76-BF56-919453F9AF74}"/>
    <pc:docChg chg="undo custSel addSld delSld modSld modSection">
      <pc:chgData name="LYU, Mingsong [COMP]" userId="5d5ceb49-d733-4a5d-9ffa-07273d49f3d4" providerId="ADAL" clId="{0CA23B10-364A-4F76-BF56-919453F9AF74}" dt="2026-09-02T13:00:50.671" v="3188" actId="1076"/>
      <pc:docMkLst>
        <pc:docMk/>
      </pc:docMkLst>
      <pc:sldChg chg="delSp mod">
        <pc:chgData name="LYU, Mingsong [COMP]" userId="5d5ceb49-d733-4a5d-9ffa-07273d49f3d4" providerId="ADAL" clId="{0CA23B10-364A-4F76-BF56-919453F9AF74}" dt="2026-09-02T05:20:25.636" v="8" actId="478"/>
        <pc:sldMkLst>
          <pc:docMk/>
          <pc:sldMk cId="109312102" sldId="288"/>
        </pc:sldMkLst>
      </pc:sldChg>
      <pc:sldChg chg="modSp mod">
        <pc:chgData name="LYU, Mingsong [COMP]" userId="5d5ceb49-d733-4a5d-9ffa-07273d49f3d4" providerId="ADAL" clId="{0CA23B10-364A-4F76-BF56-919453F9AF74}" dt="2026-09-02T05:21:01.087" v="57" actId="20577"/>
        <pc:sldMkLst>
          <pc:docMk/>
          <pc:sldMk cId="998506370" sldId="324"/>
        </pc:sldMkLst>
        <pc:spChg chg="mod">
          <ac:chgData name="LYU, Mingsong [COMP]" userId="5d5ceb49-d733-4a5d-9ffa-07273d49f3d4" providerId="ADAL" clId="{0CA23B10-364A-4F76-BF56-919453F9AF74}" dt="2026-09-02T05:21:01.087" v="57" actId="20577"/>
          <ac:spMkLst>
            <pc:docMk/>
            <pc:sldMk cId="998506370" sldId="324"/>
            <ac:spMk id="4" creationId="{84B7A65B-BB3C-4FB9-911B-6F20973324D5}"/>
          </ac:spMkLst>
        </pc:spChg>
      </pc:sldChg>
    </pc:docChg>
  </pc:docChgLst>
  <pc:docChgLst>
    <pc:chgData name="LYU, Mingsong [COMP]" userId="5d5ceb49-d733-4a5d-9ffa-07273d49f3d4" providerId="ADAL" clId="{4BBA8B40-E07D-4B1F-AEF2-33ABA1312391}"/>
    <pc:docChg chg="undo custSel addSld delSld modSld sldOrd modSection">
      <pc:chgData name="LYU, Mingsong [COMP]" userId="5d5ceb49-d733-4a5d-9ffa-07273d49f3d4" providerId="ADAL" clId="{4BBA8B40-E07D-4B1F-AEF2-33ABA1312391}" dt="2026-09-01T07:14:24.569" v="6188" actId="20577"/>
      <pc:docMkLst>
        <pc:docMk/>
      </pc:docMkLst>
      <pc:sldChg chg="delSp mod">
        <pc:chgData name="LYU, Mingsong [COMP]" userId="5d5ceb49-d733-4a5d-9ffa-07273d49f3d4" providerId="ADAL" clId="{4BBA8B40-E07D-4B1F-AEF2-33ABA1312391}" dt="2026-08-29T12:20:47.035" v="105" actId="478"/>
        <pc:sldMkLst>
          <pc:docMk/>
          <pc:sldMk cId="109312102" sldId="288"/>
        </pc:sldMkLst>
      </pc:sldChg>
      <pc:sldChg chg="modSp mod">
        <pc:chgData name="LYU, Mingsong [COMP]" userId="5d5ceb49-d733-4a5d-9ffa-07273d49f3d4" providerId="ADAL" clId="{4BBA8B40-E07D-4B1F-AEF2-33ABA1312391}" dt="2026-08-29T12:19:05.343" v="103" actId="20577"/>
        <pc:sldMkLst>
          <pc:docMk/>
          <pc:sldMk cId="998506370" sldId="324"/>
        </pc:sldMkLst>
        <pc:spChg chg="mod">
          <ac:chgData name="LYU, Mingsong [COMP]" userId="5d5ceb49-d733-4a5d-9ffa-07273d49f3d4" providerId="ADAL" clId="{4BBA8B40-E07D-4B1F-AEF2-33ABA1312391}" dt="2026-08-29T12:18:54.152" v="95" actId="14100"/>
          <ac:spMkLst>
            <pc:docMk/>
            <pc:sldMk cId="998506370" sldId="324"/>
            <ac:spMk id="4" creationId="{84B7A65B-BB3C-4FB9-911B-6F20973324D5}"/>
          </ac:spMkLst>
        </pc:spChg>
        <pc:spChg chg="mod">
          <ac:chgData name="LYU, Mingsong [COMP]" userId="5d5ceb49-d733-4a5d-9ffa-07273d49f3d4" providerId="ADAL" clId="{4BBA8B40-E07D-4B1F-AEF2-33ABA1312391}" dt="2026-08-29T12:19:05.343" v="103" actId="20577"/>
          <ac:spMkLst>
            <pc:docMk/>
            <pc:sldMk cId="998506370" sldId="324"/>
            <ac:spMk id="5" creationId="{9380D2E4-3F95-4187-AC0F-D6F94A9EEE3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9D0416-5F96-F641-ABDD-8DBA4F744839}" type="datetimeFigureOut">
              <a:rPr lang="en-US" smtClean="0"/>
              <a:t>9/20/2026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69C11F-C914-3E47-9807-356FC68943F0}" type="slidenum">
              <a:rPr lang="en-US" smtClean="0"/>
              <a:t>‹#›</a:t>
            </a:fld>
            <a:endParaRPr lang="en-US"/>
          </a:p>
        </p:txBody>
      </p:sp>
    </p:spTree>
    <p:extLst>
      <p:ext uri="{BB962C8B-B14F-4D97-AF65-F5344CB8AC3E}">
        <p14:creationId xmlns:p14="http://schemas.microsoft.com/office/powerpoint/2010/main" val="4222482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E69C11F-C914-3E47-9807-356FC68943F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935078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9EF85-2668-FE4F-88C0-4A08C073F342}"/>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BAFDDF77-D9F9-D442-8652-2717336D2B8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C57D7B09-1D4D-9D4E-ABB2-BF946AF8F551}"/>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508B0482-C9D0-3C47-AEAA-8194CE557C80}"/>
              </a:ext>
            </a:extLst>
          </p:cNvPr>
          <p:cNvSpPr>
            <a:spLocks noGrp="1"/>
          </p:cNvSpPr>
          <p:nvPr>
            <p:ph type="ftr" sz="quarter" idx="11"/>
          </p:nvPr>
        </p:nvSpPr>
        <p:spPr>
          <a:xfrm>
            <a:off x="4038600" y="6356350"/>
            <a:ext cx="4114800" cy="365125"/>
          </a:xfrm>
          <a:prstGeom prst="rect">
            <a:avLst/>
          </a:prstGeom>
        </p:spPr>
        <p:txBody>
          <a:bodyPr/>
          <a:lstStyle/>
          <a:p>
            <a:r>
              <a:rPr lang="pt-BR"/>
              <a:t>PolyU – DSAI1202 – AIDA – Project Intro</a:t>
            </a:r>
            <a:endParaRPr lang="en-US" dirty="0"/>
          </a:p>
        </p:txBody>
      </p:sp>
      <p:sp>
        <p:nvSpPr>
          <p:cNvPr id="6" name="Slide Number Placeholder 5">
            <a:extLst>
              <a:ext uri="{FF2B5EF4-FFF2-40B4-BE49-F238E27FC236}">
                <a16:creationId xmlns:a16="http://schemas.microsoft.com/office/drawing/2014/main" id="{71FD0418-036A-B245-AF2E-6D94F00FA6AB}"/>
              </a:ext>
            </a:extLst>
          </p:cNvPr>
          <p:cNvSpPr>
            <a:spLocks noGrp="1"/>
          </p:cNvSpPr>
          <p:nvPr>
            <p:ph type="sldNum" sz="quarter" idx="12"/>
          </p:nvPr>
        </p:nvSpPr>
        <p:spPr/>
        <p:txBody>
          <a:bodyPr/>
          <a:lstStyle/>
          <a:p>
            <a:fld id="{A5DE6AA6-3673-C84D-81F3-675A1FB97D0A}" type="slidenum">
              <a:rPr lang="en-US" smtClean="0"/>
              <a:t>‹#›</a:t>
            </a:fld>
            <a:endParaRPr lang="en-US"/>
          </a:p>
        </p:txBody>
      </p:sp>
    </p:spTree>
    <p:extLst>
      <p:ext uri="{BB962C8B-B14F-4D97-AF65-F5344CB8AC3E}">
        <p14:creationId xmlns:p14="http://schemas.microsoft.com/office/powerpoint/2010/main" val="37232847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FBD66-D566-E74B-9C89-202B72CDBF6E}"/>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2F7D3AAD-B3DC-F846-A3BE-D661732BA882}"/>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Slide Number Placeholder 5">
            <a:extLst>
              <a:ext uri="{FF2B5EF4-FFF2-40B4-BE49-F238E27FC236}">
                <a16:creationId xmlns:a16="http://schemas.microsoft.com/office/drawing/2014/main" id="{D5B94DA1-F642-CC4C-B470-58ADF9B98885}"/>
              </a:ext>
            </a:extLst>
          </p:cNvPr>
          <p:cNvSpPr>
            <a:spLocks noGrp="1"/>
          </p:cNvSpPr>
          <p:nvPr>
            <p:ph type="sldNum" sz="quarter" idx="12"/>
          </p:nvPr>
        </p:nvSpPr>
        <p:spPr/>
        <p:txBody>
          <a:bodyPr/>
          <a:lstStyle/>
          <a:p>
            <a:fld id="{A5DE6AA6-3673-C84D-81F3-675A1FB97D0A}" type="slidenum">
              <a:rPr lang="en-US" smtClean="0"/>
              <a:t>‹#›</a:t>
            </a:fld>
            <a:endParaRPr lang="en-US"/>
          </a:p>
        </p:txBody>
      </p:sp>
      <p:sp>
        <p:nvSpPr>
          <p:cNvPr id="7" name="Footer Placeholder 4">
            <a:extLst>
              <a:ext uri="{FF2B5EF4-FFF2-40B4-BE49-F238E27FC236}">
                <a16:creationId xmlns:a16="http://schemas.microsoft.com/office/drawing/2014/main" id="{4EA1FC2B-7CB8-4108-85CD-004592B02A62}"/>
              </a:ext>
            </a:extLst>
          </p:cNvPr>
          <p:cNvSpPr>
            <a:spLocks noGrp="1"/>
          </p:cNvSpPr>
          <p:nvPr>
            <p:ph type="ftr" sz="quarter" idx="3"/>
          </p:nvPr>
        </p:nvSpPr>
        <p:spPr>
          <a:xfrm>
            <a:off x="3409604" y="6612774"/>
            <a:ext cx="5372793" cy="245225"/>
          </a:xfrm>
          <a:prstGeom prst="rect">
            <a:avLst/>
          </a:prstGeom>
        </p:spPr>
        <p:txBody>
          <a:bodyPr/>
          <a:lstStyle>
            <a:lvl1pPr algn="ctr">
              <a:defRPr sz="1100">
                <a:solidFill>
                  <a:schemeClr val="tx1">
                    <a:lumMod val="50000"/>
                    <a:lumOff val="50000"/>
                  </a:schemeClr>
                </a:solidFill>
                <a:latin typeface="+mn-lt"/>
              </a:defRPr>
            </a:lvl1pPr>
          </a:lstStyle>
          <a:p>
            <a:r>
              <a:rPr lang="pt-BR"/>
              <a:t>PolyU – DSAI1202 – AIDA – Project Intro</a:t>
            </a:r>
            <a:endParaRPr lang="en-US" dirty="0"/>
          </a:p>
        </p:txBody>
      </p:sp>
    </p:spTree>
    <p:extLst>
      <p:ext uri="{BB962C8B-B14F-4D97-AF65-F5344CB8AC3E}">
        <p14:creationId xmlns:p14="http://schemas.microsoft.com/office/powerpoint/2010/main" val="41529822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77408-496D-0649-90EF-6FD13D244B0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BE62CF2A-F9D4-BF4D-83DB-165C76F1D0C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A9F06332-07FB-784E-B62A-DC01FA632D78}"/>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64544415-445C-E446-944B-EF40D426F243}"/>
              </a:ext>
            </a:extLst>
          </p:cNvPr>
          <p:cNvSpPr>
            <a:spLocks noGrp="1"/>
          </p:cNvSpPr>
          <p:nvPr>
            <p:ph type="ftr" sz="quarter" idx="11"/>
          </p:nvPr>
        </p:nvSpPr>
        <p:spPr>
          <a:xfrm>
            <a:off x="4038600" y="6356350"/>
            <a:ext cx="4114800" cy="365125"/>
          </a:xfrm>
          <a:prstGeom prst="rect">
            <a:avLst/>
          </a:prstGeom>
        </p:spPr>
        <p:txBody>
          <a:bodyPr/>
          <a:lstStyle/>
          <a:p>
            <a:r>
              <a:rPr lang="pt-BR"/>
              <a:t>PolyU – DSAI1202 – AIDA – Project Intro</a:t>
            </a:r>
            <a:endParaRPr lang="en-US" dirty="0"/>
          </a:p>
        </p:txBody>
      </p:sp>
      <p:sp>
        <p:nvSpPr>
          <p:cNvPr id="6" name="Slide Number Placeholder 5">
            <a:extLst>
              <a:ext uri="{FF2B5EF4-FFF2-40B4-BE49-F238E27FC236}">
                <a16:creationId xmlns:a16="http://schemas.microsoft.com/office/drawing/2014/main" id="{BD37EF8F-6432-D04F-968F-26426A6A74EC}"/>
              </a:ext>
            </a:extLst>
          </p:cNvPr>
          <p:cNvSpPr>
            <a:spLocks noGrp="1"/>
          </p:cNvSpPr>
          <p:nvPr>
            <p:ph type="sldNum" sz="quarter" idx="12"/>
          </p:nvPr>
        </p:nvSpPr>
        <p:spPr/>
        <p:txBody>
          <a:bodyPr/>
          <a:lstStyle/>
          <a:p>
            <a:fld id="{A5DE6AA6-3673-C84D-81F3-675A1FB97D0A}" type="slidenum">
              <a:rPr lang="en-US" smtClean="0"/>
              <a:t>‹#›</a:t>
            </a:fld>
            <a:endParaRPr lang="en-US"/>
          </a:p>
        </p:txBody>
      </p:sp>
    </p:spTree>
    <p:extLst>
      <p:ext uri="{BB962C8B-B14F-4D97-AF65-F5344CB8AC3E}">
        <p14:creationId xmlns:p14="http://schemas.microsoft.com/office/powerpoint/2010/main" val="3451440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26E80-DA3C-DA4A-94EF-725FE4CFB746}"/>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1151F52-5681-7841-B6F0-052FE69FAAB9}"/>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976E5349-7568-2441-BE87-AF01CB7A2473}"/>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E4CA60A7-6D43-3642-88F1-BB2581585DE9}"/>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C817B4F1-9E59-D04A-B856-2BC02CF00C8C}"/>
              </a:ext>
            </a:extLst>
          </p:cNvPr>
          <p:cNvSpPr>
            <a:spLocks noGrp="1"/>
          </p:cNvSpPr>
          <p:nvPr>
            <p:ph type="ftr" sz="quarter" idx="11"/>
          </p:nvPr>
        </p:nvSpPr>
        <p:spPr>
          <a:xfrm>
            <a:off x="4038600" y="6356350"/>
            <a:ext cx="4114800" cy="365125"/>
          </a:xfrm>
          <a:prstGeom prst="rect">
            <a:avLst/>
          </a:prstGeom>
        </p:spPr>
        <p:txBody>
          <a:bodyPr/>
          <a:lstStyle/>
          <a:p>
            <a:r>
              <a:rPr lang="pt-BR"/>
              <a:t>PolyU – DSAI1202 – AIDA – Project Intro</a:t>
            </a:r>
            <a:endParaRPr lang="en-US" dirty="0"/>
          </a:p>
        </p:txBody>
      </p:sp>
      <p:sp>
        <p:nvSpPr>
          <p:cNvPr id="7" name="Slide Number Placeholder 6">
            <a:extLst>
              <a:ext uri="{FF2B5EF4-FFF2-40B4-BE49-F238E27FC236}">
                <a16:creationId xmlns:a16="http://schemas.microsoft.com/office/drawing/2014/main" id="{049006C8-F6DB-CB42-BAAB-33672B47D69B}"/>
              </a:ext>
            </a:extLst>
          </p:cNvPr>
          <p:cNvSpPr>
            <a:spLocks noGrp="1"/>
          </p:cNvSpPr>
          <p:nvPr>
            <p:ph type="sldNum" sz="quarter" idx="12"/>
          </p:nvPr>
        </p:nvSpPr>
        <p:spPr/>
        <p:txBody>
          <a:bodyPr/>
          <a:lstStyle/>
          <a:p>
            <a:fld id="{A5DE6AA6-3673-C84D-81F3-675A1FB97D0A}" type="slidenum">
              <a:rPr lang="en-US" smtClean="0"/>
              <a:t>‹#›</a:t>
            </a:fld>
            <a:endParaRPr lang="en-US"/>
          </a:p>
        </p:txBody>
      </p:sp>
    </p:spTree>
    <p:extLst>
      <p:ext uri="{BB962C8B-B14F-4D97-AF65-F5344CB8AC3E}">
        <p14:creationId xmlns:p14="http://schemas.microsoft.com/office/powerpoint/2010/main" val="28047056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106DB-4FF2-874B-9297-BC4C95CBCE14}"/>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4079127B-5851-7946-B4FE-DA77C0D8FF6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2622B039-5FBA-0046-AD18-AE72551BCD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0F4FDC05-D834-7A4C-A979-B9831EF385C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8741920A-70EA-B248-99B7-C68458B9F53A}"/>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B55166F5-2406-654E-843E-993A27051BBA}"/>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8" name="Footer Placeholder 7">
            <a:extLst>
              <a:ext uri="{FF2B5EF4-FFF2-40B4-BE49-F238E27FC236}">
                <a16:creationId xmlns:a16="http://schemas.microsoft.com/office/drawing/2014/main" id="{F3A19E33-405A-1146-964D-EC26A5FE4942}"/>
              </a:ext>
            </a:extLst>
          </p:cNvPr>
          <p:cNvSpPr>
            <a:spLocks noGrp="1"/>
          </p:cNvSpPr>
          <p:nvPr>
            <p:ph type="ftr" sz="quarter" idx="11"/>
          </p:nvPr>
        </p:nvSpPr>
        <p:spPr>
          <a:xfrm>
            <a:off x="4038600" y="6356350"/>
            <a:ext cx="4114800" cy="365125"/>
          </a:xfrm>
          <a:prstGeom prst="rect">
            <a:avLst/>
          </a:prstGeom>
        </p:spPr>
        <p:txBody>
          <a:bodyPr/>
          <a:lstStyle/>
          <a:p>
            <a:r>
              <a:rPr lang="pt-BR"/>
              <a:t>PolyU – DSAI1202 – AIDA – Project Intro</a:t>
            </a:r>
            <a:endParaRPr lang="en-US" dirty="0"/>
          </a:p>
        </p:txBody>
      </p:sp>
      <p:sp>
        <p:nvSpPr>
          <p:cNvPr id="9" name="Slide Number Placeholder 8">
            <a:extLst>
              <a:ext uri="{FF2B5EF4-FFF2-40B4-BE49-F238E27FC236}">
                <a16:creationId xmlns:a16="http://schemas.microsoft.com/office/drawing/2014/main" id="{38D9E499-85B8-6643-97E8-141344585CAF}"/>
              </a:ext>
            </a:extLst>
          </p:cNvPr>
          <p:cNvSpPr>
            <a:spLocks noGrp="1"/>
          </p:cNvSpPr>
          <p:nvPr>
            <p:ph type="sldNum" sz="quarter" idx="12"/>
          </p:nvPr>
        </p:nvSpPr>
        <p:spPr/>
        <p:txBody>
          <a:bodyPr/>
          <a:lstStyle/>
          <a:p>
            <a:fld id="{A5DE6AA6-3673-C84D-81F3-675A1FB97D0A}" type="slidenum">
              <a:rPr lang="en-US" smtClean="0"/>
              <a:t>‹#›</a:t>
            </a:fld>
            <a:endParaRPr lang="en-US"/>
          </a:p>
        </p:txBody>
      </p:sp>
    </p:spTree>
    <p:extLst>
      <p:ext uri="{BB962C8B-B14F-4D97-AF65-F5344CB8AC3E}">
        <p14:creationId xmlns:p14="http://schemas.microsoft.com/office/powerpoint/2010/main" val="1105420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E05612-7727-BA4D-8AA8-FAA73A19ED18}"/>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966F0FE7-8A4D-EB42-BB42-E32AA38577B8}"/>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4" name="Footer Placeholder 3">
            <a:extLst>
              <a:ext uri="{FF2B5EF4-FFF2-40B4-BE49-F238E27FC236}">
                <a16:creationId xmlns:a16="http://schemas.microsoft.com/office/drawing/2014/main" id="{9C42FDB4-F00B-224F-9A09-F11DB0527E0B}"/>
              </a:ext>
            </a:extLst>
          </p:cNvPr>
          <p:cNvSpPr>
            <a:spLocks noGrp="1"/>
          </p:cNvSpPr>
          <p:nvPr>
            <p:ph type="ftr" sz="quarter" idx="11"/>
          </p:nvPr>
        </p:nvSpPr>
        <p:spPr>
          <a:xfrm>
            <a:off x="4038600" y="6356350"/>
            <a:ext cx="4114800" cy="365125"/>
          </a:xfrm>
          <a:prstGeom prst="rect">
            <a:avLst/>
          </a:prstGeom>
        </p:spPr>
        <p:txBody>
          <a:bodyPr/>
          <a:lstStyle/>
          <a:p>
            <a:r>
              <a:rPr lang="pt-BR"/>
              <a:t>PolyU – DSAI1202 – AIDA – Project Intro</a:t>
            </a:r>
            <a:endParaRPr lang="en-US" dirty="0"/>
          </a:p>
        </p:txBody>
      </p:sp>
      <p:sp>
        <p:nvSpPr>
          <p:cNvPr id="5" name="Slide Number Placeholder 4">
            <a:extLst>
              <a:ext uri="{FF2B5EF4-FFF2-40B4-BE49-F238E27FC236}">
                <a16:creationId xmlns:a16="http://schemas.microsoft.com/office/drawing/2014/main" id="{7B0A142E-F67C-A042-AB8B-760B9A93E796}"/>
              </a:ext>
            </a:extLst>
          </p:cNvPr>
          <p:cNvSpPr>
            <a:spLocks noGrp="1"/>
          </p:cNvSpPr>
          <p:nvPr>
            <p:ph type="sldNum" sz="quarter" idx="12"/>
          </p:nvPr>
        </p:nvSpPr>
        <p:spPr/>
        <p:txBody>
          <a:bodyPr/>
          <a:lstStyle/>
          <a:p>
            <a:fld id="{A5DE6AA6-3673-C84D-81F3-675A1FB97D0A}" type="slidenum">
              <a:rPr lang="en-US" smtClean="0"/>
              <a:t>‹#›</a:t>
            </a:fld>
            <a:endParaRPr lang="en-US"/>
          </a:p>
        </p:txBody>
      </p:sp>
    </p:spTree>
    <p:extLst>
      <p:ext uri="{BB962C8B-B14F-4D97-AF65-F5344CB8AC3E}">
        <p14:creationId xmlns:p14="http://schemas.microsoft.com/office/powerpoint/2010/main" val="30819413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FE39816-DB7C-DF4B-85FD-D54A8B9685CE}"/>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3" name="Footer Placeholder 2">
            <a:extLst>
              <a:ext uri="{FF2B5EF4-FFF2-40B4-BE49-F238E27FC236}">
                <a16:creationId xmlns:a16="http://schemas.microsoft.com/office/drawing/2014/main" id="{D9DFFF03-D279-DE40-BB0A-F10F9EAD9944}"/>
              </a:ext>
            </a:extLst>
          </p:cNvPr>
          <p:cNvSpPr>
            <a:spLocks noGrp="1"/>
          </p:cNvSpPr>
          <p:nvPr>
            <p:ph type="ftr" sz="quarter" idx="11"/>
          </p:nvPr>
        </p:nvSpPr>
        <p:spPr>
          <a:xfrm>
            <a:off x="4038600" y="6356350"/>
            <a:ext cx="4114800" cy="365125"/>
          </a:xfrm>
          <a:prstGeom prst="rect">
            <a:avLst/>
          </a:prstGeom>
        </p:spPr>
        <p:txBody>
          <a:bodyPr/>
          <a:lstStyle/>
          <a:p>
            <a:r>
              <a:rPr lang="pt-BR"/>
              <a:t>PolyU – DSAI1202 – AIDA – Project Intro</a:t>
            </a:r>
            <a:endParaRPr lang="en-US" dirty="0"/>
          </a:p>
        </p:txBody>
      </p:sp>
      <p:sp>
        <p:nvSpPr>
          <p:cNvPr id="4" name="Slide Number Placeholder 3">
            <a:extLst>
              <a:ext uri="{FF2B5EF4-FFF2-40B4-BE49-F238E27FC236}">
                <a16:creationId xmlns:a16="http://schemas.microsoft.com/office/drawing/2014/main" id="{BF454A90-093A-1048-B81F-3D5A9890562E}"/>
              </a:ext>
            </a:extLst>
          </p:cNvPr>
          <p:cNvSpPr>
            <a:spLocks noGrp="1"/>
          </p:cNvSpPr>
          <p:nvPr>
            <p:ph type="sldNum" sz="quarter" idx="12"/>
          </p:nvPr>
        </p:nvSpPr>
        <p:spPr/>
        <p:txBody>
          <a:bodyPr/>
          <a:lstStyle/>
          <a:p>
            <a:fld id="{A5DE6AA6-3673-C84D-81F3-675A1FB97D0A}" type="slidenum">
              <a:rPr lang="en-US" smtClean="0"/>
              <a:t>‹#›</a:t>
            </a:fld>
            <a:endParaRPr lang="en-US"/>
          </a:p>
        </p:txBody>
      </p:sp>
    </p:spTree>
    <p:extLst>
      <p:ext uri="{BB962C8B-B14F-4D97-AF65-F5344CB8AC3E}">
        <p14:creationId xmlns:p14="http://schemas.microsoft.com/office/powerpoint/2010/main" val="31925508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49247-D07E-EF4E-9A42-5B0C63A5A1B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C0F1E63E-D71A-0849-A220-63A67C0F9AE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BAD09767-48A4-B24F-9E36-62E52F61B3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CA21EB9-5448-064A-962C-4858BA9C61AE}"/>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C19030E5-007C-404D-BE96-FF456D03BE9B}"/>
              </a:ext>
            </a:extLst>
          </p:cNvPr>
          <p:cNvSpPr>
            <a:spLocks noGrp="1"/>
          </p:cNvSpPr>
          <p:nvPr>
            <p:ph type="ftr" sz="quarter" idx="11"/>
          </p:nvPr>
        </p:nvSpPr>
        <p:spPr>
          <a:xfrm>
            <a:off x="4038600" y="6356350"/>
            <a:ext cx="4114800" cy="365125"/>
          </a:xfrm>
          <a:prstGeom prst="rect">
            <a:avLst/>
          </a:prstGeom>
        </p:spPr>
        <p:txBody>
          <a:bodyPr/>
          <a:lstStyle/>
          <a:p>
            <a:r>
              <a:rPr lang="pt-BR"/>
              <a:t>PolyU – DSAI1202 – AIDA – Project Intro</a:t>
            </a:r>
            <a:endParaRPr lang="en-US" dirty="0"/>
          </a:p>
        </p:txBody>
      </p:sp>
      <p:sp>
        <p:nvSpPr>
          <p:cNvPr id="7" name="Slide Number Placeholder 6">
            <a:extLst>
              <a:ext uri="{FF2B5EF4-FFF2-40B4-BE49-F238E27FC236}">
                <a16:creationId xmlns:a16="http://schemas.microsoft.com/office/drawing/2014/main" id="{AFEF9DD5-D16D-B343-BFBE-F5CDA671DACF}"/>
              </a:ext>
            </a:extLst>
          </p:cNvPr>
          <p:cNvSpPr>
            <a:spLocks noGrp="1"/>
          </p:cNvSpPr>
          <p:nvPr>
            <p:ph type="sldNum" sz="quarter" idx="12"/>
          </p:nvPr>
        </p:nvSpPr>
        <p:spPr/>
        <p:txBody>
          <a:bodyPr/>
          <a:lstStyle/>
          <a:p>
            <a:fld id="{A5DE6AA6-3673-C84D-81F3-675A1FB97D0A}" type="slidenum">
              <a:rPr lang="en-US" smtClean="0"/>
              <a:t>‹#›</a:t>
            </a:fld>
            <a:endParaRPr lang="en-US"/>
          </a:p>
        </p:txBody>
      </p:sp>
    </p:spTree>
    <p:extLst>
      <p:ext uri="{BB962C8B-B14F-4D97-AF65-F5344CB8AC3E}">
        <p14:creationId xmlns:p14="http://schemas.microsoft.com/office/powerpoint/2010/main" val="2482351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56774-B1D6-1246-8297-1C62936DFFF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9A92E56C-10F3-6446-BD34-6BFA41BE59B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BFFA308-5B18-1542-BE37-F0BC42BE1B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7347E45-6BBD-264F-A5C7-AC6632333B4F}"/>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3ECEF4F9-E237-6C4D-841D-0070F5D5D080}"/>
              </a:ext>
            </a:extLst>
          </p:cNvPr>
          <p:cNvSpPr>
            <a:spLocks noGrp="1"/>
          </p:cNvSpPr>
          <p:nvPr>
            <p:ph type="ftr" sz="quarter" idx="11"/>
          </p:nvPr>
        </p:nvSpPr>
        <p:spPr>
          <a:xfrm>
            <a:off x="4038600" y="6356350"/>
            <a:ext cx="4114800" cy="365125"/>
          </a:xfrm>
          <a:prstGeom prst="rect">
            <a:avLst/>
          </a:prstGeom>
        </p:spPr>
        <p:txBody>
          <a:bodyPr/>
          <a:lstStyle/>
          <a:p>
            <a:r>
              <a:rPr lang="pt-BR"/>
              <a:t>PolyU – DSAI1202 – AIDA – Project Intro</a:t>
            </a:r>
            <a:endParaRPr lang="en-US" dirty="0"/>
          </a:p>
        </p:txBody>
      </p:sp>
      <p:sp>
        <p:nvSpPr>
          <p:cNvPr id="7" name="Slide Number Placeholder 6">
            <a:extLst>
              <a:ext uri="{FF2B5EF4-FFF2-40B4-BE49-F238E27FC236}">
                <a16:creationId xmlns:a16="http://schemas.microsoft.com/office/drawing/2014/main" id="{735857FE-708E-6848-8D4B-46A57F90856B}"/>
              </a:ext>
            </a:extLst>
          </p:cNvPr>
          <p:cNvSpPr>
            <a:spLocks noGrp="1"/>
          </p:cNvSpPr>
          <p:nvPr>
            <p:ph type="sldNum" sz="quarter" idx="12"/>
          </p:nvPr>
        </p:nvSpPr>
        <p:spPr/>
        <p:txBody>
          <a:bodyPr/>
          <a:lstStyle/>
          <a:p>
            <a:fld id="{A5DE6AA6-3673-C84D-81F3-675A1FB97D0A}" type="slidenum">
              <a:rPr lang="en-US" smtClean="0"/>
              <a:t>‹#›</a:t>
            </a:fld>
            <a:endParaRPr lang="en-US"/>
          </a:p>
        </p:txBody>
      </p:sp>
    </p:spTree>
    <p:extLst>
      <p:ext uri="{BB962C8B-B14F-4D97-AF65-F5344CB8AC3E}">
        <p14:creationId xmlns:p14="http://schemas.microsoft.com/office/powerpoint/2010/main" val="38903194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47F1D-19FD-3D4A-A08B-966A51917A57}"/>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25B9C96-E850-EC44-A3ED-00C8D3670240}"/>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97584B2-34DC-A441-9A30-0A8949032C20}"/>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A9631323-888C-CB43-B6D5-958F14D6D8AE}"/>
              </a:ext>
            </a:extLst>
          </p:cNvPr>
          <p:cNvSpPr>
            <a:spLocks noGrp="1"/>
          </p:cNvSpPr>
          <p:nvPr>
            <p:ph type="ftr" sz="quarter" idx="11"/>
          </p:nvPr>
        </p:nvSpPr>
        <p:spPr>
          <a:xfrm>
            <a:off x="4038600" y="6356350"/>
            <a:ext cx="4114800" cy="365125"/>
          </a:xfrm>
          <a:prstGeom prst="rect">
            <a:avLst/>
          </a:prstGeom>
        </p:spPr>
        <p:txBody>
          <a:bodyPr/>
          <a:lstStyle/>
          <a:p>
            <a:r>
              <a:rPr lang="pt-BR"/>
              <a:t>PolyU – DSAI1202 – AIDA – Project Intro</a:t>
            </a:r>
            <a:endParaRPr lang="en-US" dirty="0"/>
          </a:p>
        </p:txBody>
      </p:sp>
      <p:sp>
        <p:nvSpPr>
          <p:cNvPr id="6" name="Slide Number Placeholder 5">
            <a:extLst>
              <a:ext uri="{FF2B5EF4-FFF2-40B4-BE49-F238E27FC236}">
                <a16:creationId xmlns:a16="http://schemas.microsoft.com/office/drawing/2014/main" id="{89233199-08CA-B649-9CB4-B12F19F27457}"/>
              </a:ext>
            </a:extLst>
          </p:cNvPr>
          <p:cNvSpPr>
            <a:spLocks noGrp="1"/>
          </p:cNvSpPr>
          <p:nvPr>
            <p:ph type="sldNum" sz="quarter" idx="12"/>
          </p:nvPr>
        </p:nvSpPr>
        <p:spPr/>
        <p:txBody>
          <a:bodyPr/>
          <a:lstStyle/>
          <a:p>
            <a:fld id="{A5DE6AA6-3673-C84D-81F3-675A1FB97D0A}" type="slidenum">
              <a:rPr lang="en-US" smtClean="0"/>
              <a:t>‹#›</a:t>
            </a:fld>
            <a:endParaRPr lang="en-US"/>
          </a:p>
        </p:txBody>
      </p:sp>
    </p:spTree>
    <p:extLst>
      <p:ext uri="{BB962C8B-B14F-4D97-AF65-F5344CB8AC3E}">
        <p14:creationId xmlns:p14="http://schemas.microsoft.com/office/powerpoint/2010/main" val="7563059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023768B-F56F-1D4C-A600-910847454D24}"/>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74903580-78A7-7E4F-8346-EA99F9118FAE}"/>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B348D79-4F55-8148-A8AE-8D9F552299FC}"/>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98AE03DA-8376-2543-8CB9-42C0B58FDD4C}"/>
              </a:ext>
            </a:extLst>
          </p:cNvPr>
          <p:cNvSpPr>
            <a:spLocks noGrp="1"/>
          </p:cNvSpPr>
          <p:nvPr>
            <p:ph type="ftr" sz="quarter" idx="11"/>
          </p:nvPr>
        </p:nvSpPr>
        <p:spPr>
          <a:xfrm>
            <a:off x="4038600" y="6356350"/>
            <a:ext cx="4114800" cy="365125"/>
          </a:xfrm>
          <a:prstGeom prst="rect">
            <a:avLst/>
          </a:prstGeom>
        </p:spPr>
        <p:txBody>
          <a:bodyPr/>
          <a:lstStyle/>
          <a:p>
            <a:r>
              <a:rPr lang="pt-BR"/>
              <a:t>PolyU – DSAI1202 – AIDA – Project Intro</a:t>
            </a:r>
            <a:endParaRPr lang="en-US" dirty="0"/>
          </a:p>
        </p:txBody>
      </p:sp>
      <p:sp>
        <p:nvSpPr>
          <p:cNvPr id="6" name="Slide Number Placeholder 5">
            <a:extLst>
              <a:ext uri="{FF2B5EF4-FFF2-40B4-BE49-F238E27FC236}">
                <a16:creationId xmlns:a16="http://schemas.microsoft.com/office/drawing/2014/main" id="{C02687C8-57C9-1C46-9C53-5325BCC42FD1}"/>
              </a:ext>
            </a:extLst>
          </p:cNvPr>
          <p:cNvSpPr>
            <a:spLocks noGrp="1"/>
          </p:cNvSpPr>
          <p:nvPr>
            <p:ph type="sldNum" sz="quarter" idx="12"/>
          </p:nvPr>
        </p:nvSpPr>
        <p:spPr/>
        <p:txBody>
          <a:bodyPr/>
          <a:lstStyle/>
          <a:p>
            <a:fld id="{A5DE6AA6-3673-C84D-81F3-675A1FB97D0A}" type="slidenum">
              <a:rPr lang="en-US" smtClean="0"/>
              <a:t>‹#›</a:t>
            </a:fld>
            <a:endParaRPr lang="en-US"/>
          </a:p>
        </p:txBody>
      </p:sp>
    </p:spTree>
    <p:extLst>
      <p:ext uri="{BB962C8B-B14F-4D97-AF65-F5344CB8AC3E}">
        <p14:creationId xmlns:p14="http://schemas.microsoft.com/office/powerpoint/2010/main" val="19742526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pt-BR"/>
              <a:t>PolyU – DSAI1202 – AIDA – Project Intro</a:t>
            </a:r>
            <a:endParaRPr lang="en-US" dirty="0"/>
          </a:p>
        </p:txBody>
      </p:sp>
      <p:sp>
        <p:nvSpPr>
          <p:cNvPr id="6" name="Slide Number Placeholder 5"/>
          <p:cNvSpPr>
            <a:spLocks noGrp="1"/>
          </p:cNvSpPr>
          <p:nvPr>
            <p:ph type="sldNum" sz="quarter" idx="12"/>
          </p:nvPr>
        </p:nvSpPr>
        <p:spPr/>
        <p:txBody>
          <a:bodyPr/>
          <a:lstStyle/>
          <a:p>
            <a:fld id="{A5DE6AA6-3673-C84D-81F3-675A1FB97D0A}" type="slidenum">
              <a:rPr lang="en-US" smtClean="0"/>
              <a:t>‹#›</a:t>
            </a:fld>
            <a:endParaRPr lang="en-US"/>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085135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pt-BR"/>
              <a:t>PolyU – DSAI1202 – AIDA – Project Intro</a:t>
            </a:r>
            <a:endParaRPr lang="en-US" dirty="0"/>
          </a:p>
        </p:txBody>
      </p:sp>
      <p:sp>
        <p:nvSpPr>
          <p:cNvPr id="6" name="Slide Number Placeholder 5"/>
          <p:cNvSpPr>
            <a:spLocks noGrp="1"/>
          </p:cNvSpPr>
          <p:nvPr>
            <p:ph type="sldNum" sz="quarter" idx="12"/>
          </p:nvPr>
        </p:nvSpPr>
        <p:spPr/>
        <p:txBody>
          <a:bodyPr/>
          <a:lstStyle/>
          <a:p>
            <a:fld id="{A5DE6AA6-3673-C84D-81F3-675A1FB97D0A}" type="slidenum">
              <a:rPr lang="en-US" smtClean="0"/>
              <a:t>‹#›</a:t>
            </a:fld>
            <a:endParaRPr lang="en-US"/>
          </a:p>
        </p:txBody>
      </p:sp>
    </p:spTree>
    <p:extLst>
      <p:ext uri="{BB962C8B-B14F-4D97-AF65-F5344CB8AC3E}">
        <p14:creationId xmlns:p14="http://schemas.microsoft.com/office/powerpoint/2010/main" val="479781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pt-BR"/>
              <a:t>PolyU – DSAI1202 – AIDA – Project Intro</a:t>
            </a:r>
            <a:endParaRPr lang="en-US" dirty="0"/>
          </a:p>
        </p:txBody>
      </p:sp>
      <p:sp>
        <p:nvSpPr>
          <p:cNvPr id="6" name="Slide Number Placeholder 5"/>
          <p:cNvSpPr>
            <a:spLocks noGrp="1"/>
          </p:cNvSpPr>
          <p:nvPr>
            <p:ph type="sldNum" sz="quarter" idx="12"/>
          </p:nvPr>
        </p:nvSpPr>
        <p:spPr/>
        <p:txBody>
          <a:bodyPr/>
          <a:lstStyle/>
          <a:p>
            <a:fld id="{A5DE6AA6-3673-C84D-81F3-675A1FB97D0A}" type="slidenum">
              <a:rPr lang="en-US" smtClean="0"/>
              <a:t>‹#›</a:t>
            </a:fld>
            <a:endParaRPr lang="en-US"/>
          </a:p>
        </p:txBody>
      </p:sp>
    </p:spTree>
    <p:extLst>
      <p:ext uri="{BB962C8B-B14F-4D97-AF65-F5344CB8AC3E}">
        <p14:creationId xmlns:p14="http://schemas.microsoft.com/office/powerpoint/2010/main" val="37519084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pt-BR"/>
              <a:t>PolyU – DSAI1202 – AIDA – Project Intro</a:t>
            </a:r>
            <a:endParaRPr lang="en-US" dirty="0"/>
          </a:p>
        </p:txBody>
      </p:sp>
      <p:sp>
        <p:nvSpPr>
          <p:cNvPr id="7" name="Slide Number Placeholder 6"/>
          <p:cNvSpPr>
            <a:spLocks noGrp="1"/>
          </p:cNvSpPr>
          <p:nvPr>
            <p:ph type="sldNum" sz="quarter" idx="12"/>
          </p:nvPr>
        </p:nvSpPr>
        <p:spPr/>
        <p:txBody>
          <a:bodyPr/>
          <a:lstStyle/>
          <a:p>
            <a:fld id="{A5DE6AA6-3673-C84D-81F3-675A1FB97D0A}" type="slidenum">
              <a:rPr lang="en-US" smtClean="0"/>
              <a:t>‹#›</a:t>
            </a:fld>
            <a:endParaRPr lang="en-US"/>
          </a:p>
        </p:txBody>
      </p:sp>
    </p:spTree>
    <p:extLst>
      <p:ext uri="{BB962C8B-B14F-4D97-AF65-F5344CB8AC3E}">
        <p14:creationId xmlns:p14="http://schemas.microsoft.com/office/powerpoint/2010/main" val="16865552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r>
              <a:rPr lang="pt-BR"/>
              <a:t>PolyU – DSAI1202 – AIDA – Project Intro</a:t>
            </a:r>
            <a:endParaRPr lang="en-US" dirty="0"/>
          </a:p>
        </p:txBody>
      </p:sp>
      <p:sp>
        <p:nvSpPr>
          <p:cNvPr id="9" name="Slide Number Placeholder 8"/>
          <p:cNvSpPr>
            <a:spLocks noGrp="1"/>
          </p:cNvSpPr>
          <p:nvPr>
            <p:ph type="sldNum" sz="quarter" idx="12"/>
          </p:nvPr>
        </p:nvSpPr>
        <p:spPr/>
        <p:txBody>
          <a:bodyPr/>
          <a:lstStyle/>
          <a:p>
            <a:fld id="{A5DE6AA6-3673-C84D-81F3-675A1FB97D0A}" type="slidenum">
              <a:rPr lang="en-US" smtClean="0"/>
              <a:t>‹#›</a:t>
            </a:fld>
            <a:endParaRPr lang="en-US"/>
          </a:p>
        </p:txBody>
      </p:sp>
    </p:spTree>
    <p:extLst>
      <p:ext uri="{BB962C8B-B14F-4D97-AF65-F5344CB8AC3E}">
        <p14:creationId xmlns:p14="http://schemas.microsoft.com/office/powerpoint/2010/main" val="34672474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pt-BR"/>
              <a:t>PolyU – DSAI1202 – AIDA – Project Intro</a:t>
            </a:r>
            <a:endParaRPr lang="en-US" dirty="0"/>
          </a:p>
        </p:txBody>
      </p:sp>
      <p:sp>
        <p:nvSpPr>
          <p:cNvPr id="5" name="Slide Number Placeholder 4"/>
          <p:cNvSpPr>
            <a:spLocks noGrp="1"/>
          </p:cNvSpPr>
          <p:nvPr>
            <p:ph type="sldNum" sz="quarter" idx="12"/>
          </p:nvPr>
        </p:nvSpPr>
        <p:spPr/>
        <p:txBody>
          <a:bodyPr/>
          <a:lstStyle/>
          <a:p>
            <a:fld id="{A5DE6AA6-3673-C84D-81F3-675A1FB97D0A}" type="slidenum">
              <a:rPr lang="en-US" smtClean="0"/>
              <a:t>‹#›</a:t>
            </a:fld>
            <a:endParaRPr lang="en-US"/>
          </a:p>
        </p:txBody>
      </p:sp>
    </p:spTree>
    <p:extLst>
      <p:ext uri="{BB962C8B-B14F-4D97-AF65-F5344CB8AC3E}">
        <p14:creationId xmlns:p14="http://schemas.microsoft.com/office/powerpoint/2010/main" val="114831713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r>
              <a:rPr lang="pt-BR"/>
              <a:t>PolyU – DSAI1202 – AIDA – Project Intro</a:t>
            </a:r>
            <a:endParaRPr lang="en-US" dirty="0"/>
          </a:p>
        </p:txBody>
      </p:sp>
      <p:sp>
        <p:nvSpPr>
          <p:cNvPr id="4" name="Slide Number Placeholder 3"/>
          <p:cNvSpPr>
            <a:spLocks noGrp="1"/>
          </p:cNvSpPr>
          <p:nvPr>
            <p:ph type="sldNum" sz="quarter" idx="12"/>
          </p:nvPr>
        </p:nvSpPr>
        <p:spPr/>
        <p:txBody>
          <a:bodyPr/>
          <a:lstStyle/>
          <a:p>
            <a:fld id="{A5DE6AA6-3673-C84D-81F3-675A1FB97D0A}" type="slidenum">
              <a:rPr lang="en-US" smtClean="0"/>
              <a:t>‹#›</a:t>
            </a:fld>
            <a:endParaRPr lang="en-US"/>
          </a:p>
        </p:txBody>
      </p:sp>
    </p:spTree>
    <p:extLst>
      <p:ext uri="{BB962C8B-B14F-4D97-AF65-F5344CB8AC3E}">
        <p14:creationId xmlns:p14="http://schemas.microsoft.com/office/powerpoint/2010/main" val="30320510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pt-BR"/>
              <a:t>PolyU – DSAI1202 – AIDA – Project Intro</a:t>
            </a:r>
            <a:endParaRPr lang="en-US" dirty="0"/>
          </a:p>
        </p:txBody>
      </p:sp>
      <p:sp>
        <p:nvSpPr>
          <p:cNvPr id="7" name="Slide Number Placeholder 6"/>
          <p:cNvSpPr>
            <a:spLocks noGrp="1"/>
          </p:cNvSpPr>
          <p:nvPr>
            <p:ph type="sldNum" sz="quarter" idx="12"/>
          </p:nvPr>
        </p:nvSpPr>
        <p:spPr/>
        <p:txBody>
          <a:bodyPr/>
          <a:lstStyle/>
          <a:p>
            <a:fld id="{A5DE6AA6-3673-C84D-81F3-675A1FB97D0A}" type="slidenum">
              <a:rPr lang="en-US" smtClean="0"/>
              <a:t>‹#›</a:t>
            </a:fld>
            <a:endParaRPr lang="en-US"/>
          </a:p>
        </p:txBody>
      </p:sp>
    </p:spTree>
    <p:extLst>
      <p:ext uri="{BB962C8B-B14F-4D97-AF65-F5344CB8AC3E}">
        <p14:creationId xmlns:p14="http://schemas.microsoft.com/office/powerpoint/2010/main" val="279124754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pt-BR"/>
              <a:t>PolyU – DSAI1202 – AIDA – Project Intro</a:t>
            </a:r>
            <a:endParaRPr lang="en-US" dirty="0"/>
          </a:p>
        </p:txBody>
      </p:sp>
      <p:sp>
        <p:nvSpPr>
          <p:cNvPr id="7" name="Slide Number Placeholder 6"/>
          <p:cNvSpPr>
            <a:spLocks noGrp="1"/>
          </p:cNvSpPr>
          <p:nvPr>
            <p:ph type="sldNum" sz="quarter" idx="12"/>
          </p:nvPr>
        </p:nvSpPr>
        <p:spPr/>
        <p:txBody>
          <a:bodyPr/>
          <a:lstStyle/>
          <a:p>
            <a:fld id="{A5DE6AA6-3673-C84D-81F3-675A1FB97D0A}" type="slidenum">
              <a:rPr lang="en-US" smtClean="0"/>
              <a:t>‹#›</a:t>
            </a:fld>
            <a:endParaRPr lang="en-US"/>
          </a:p>
        </p:txBody>
      </p:sp>
    </p:spTree>
    <p:extLst>
      <p:ext uri="{BB962C8B-B14F-4D97-AF65-F5344CB8AC3E}">
        <p14:creationId xmlns:p14="http://schemas.microsoft.com/office/powerpoint/2010/main" val="99958849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r>
              <a:rPr lang="pt-BR"/>
              <a:t>PolyU – DSAI1202 – AIDA – Project Intro</a:t>
            </a:r>
            <a:endParaRPr lang="en-US" dirty="0"/>
          </a:p>
        </p:txBody>
      </p:sp>
      <p:sp>
        <p:nvSpPr>
          <p:cNvPr id="5" name="Slide Number Placeholder 4"/>
          <p:cNvSpPr>
            <a:spLocks noGrp="1"/>
          </p:cNvSpPr>
          <p:nvPr>
            <p:ph type="sldNum" sz="quarter" idx="12"/>
          </p:nvPr>
        </p:nvSpPr>
        <p:spPr/>
        <p:txBody>
          <a:bodyPr/>
          <a:lstStyle/>
          <a:p>
            <a:fld id="{A5DE6AA6-3673-C84D-81F3-675A1FB97D0A}" type="slidenum">
              <a:rPr lang="en-US" smtClean="0"/>
              <a:pPr/>
              <a:t>‹#›</a:t>
            </a:fld>
            <a:endParaRPr lang="en-US" dirty="0"/>
          </a:p>
        </p:txBody>
      </p:sp>
    </p:spTree>
    <p:extLst>
      <p:ext uri="{BB962C8B-B14F-4D97-AF65-F5344CB8AC3E}">
        <p14:creationId xmlns:p14="http://schemas.microsoft.com/office/powerpoint/2010/main" val="6366816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pt-BR"/>
              <a:t>PolyU – DSAI1202 – AIDA – Project Intro</a:t>
            </a:r>
            <a:endParaRPr lang="en-US" dirty="0"/>
          </a:p>
        </p:txBody>
      </p:sp>
      <p:sp>
        <p:nvSpPr>
          <p:cNvPr id="6" name="Slide Number Placeholder 5"/>
          <p:cNvSpPr>
            <a:spLocks noGrp="1"/>
          </p:cNvSpPr>
          <p:nvPr>
            <p:ph type="sldNum" sz="quarter" idx="12"/>
          </p:nvPr>
        </p:nvSpPr>
        <p:spPr/>
        <p:txBody>
          <a:bodyPr/>
          <a:lstStyle/>
          <a:p>
            <a:fld id="{A5DE6AA6-3673-C84D-81F3-675A1FB97D0A}" type="slidenum">
              <a:rPr lang="en-US" smtClean="0"/>
              <a:pPr/>
              <a:t>‹#›</a:t>
            </a:fld>
            <a:endParaRPr lang="en-US" dirty="0"/>
          </a:p>
        </p:txBody>
      </p:sp>
    </p:spTree>
    <p:extLst>
      <p:ext uri="{BB962C8B-B14F-4D97-AF65-F5344CB8AC3E}">
        <p14:creationId xmlns:p14="http://schemas.microsoft.com/office/powerpoint/2010/main" val="203885031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pt-BR"/>
              <a:t>PolyU – DSAI1202 – AIDA – Project Intro</a:t>
            </a:r>
            <a:endParaRPr lang="en-US" dirty="0"/>
          </a:p>
        </p:txBody>
      </p:sp>
      <p:sp>
        <p:nvSpPr>
          <p:cNvPr id="6" name="Slide Number Placeholder 5"/>
          <p:cNvSpPr>
            <a:spLocks noGrp="1"/>
          </p:cNvSpPr>
          <p:nvPr>
            <p:ph type="sldNum" sz="quarter" idx="12"/>
          </p:nvPr>
        </p:nvSpPr>
        <p:spPr/>
        <p:txBody>
          <a:bodyPr/>
          <a:lstStyle/>
          <a:p>
            <a:fld id="{A5DE6AA6-3673-C84D-81F3-675A1FB97D0A}" type="slidenum">
              <a:rPr lang="en-US" smtClean="0"/>
              <a:pPr/>
              <a:t>‹#›</a:t>
            </a:fld>
            <a:endParaRPr lang="en-US" dirty="0"/>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332027619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pt-BR"/>
              <a:t>PolyU – DSAI1202 – AIDA – Project Intro</a:t>
            </a:r>
            <a:endParaRPr lang="en-US" dirty="0"/>
          </a:p>
        </p:txBody>
      </p:sp>
      <p:sp>
        <p:nvSpPr>
          <p:cNvPr id="6" name="Slide Number Placeholder 5"/>
          <p:cNvSpPr>
            <a:spLocks noGrp="1"/>
          </p:cNvSpPr>
          <p:nvPr>
            <p:ph type="sldNum" sz="quarter" idx="12"/>
          </p:nvPr>
        </p:nvSpPr>
        <p:spPr/>
        <p:txBody>
          <a:bodyPr/>
          <a:lstStyle/>
          <a:p>
            <a:fld id="{A5DE6AA6-3673-C84D-81F3-675A1FB97D0A}" type="slidenum">
              <a:rPr lang="en-US" smtClean="0"/>
              <a:pPr/>
              <a:t>‹#›</a:t>
            </a:fld>
            <a:endParaRPr lang="en-US" dirty="0"/>
          </a:p>
        </p:txBody>
      </p:sp>
    </p:spTree>
    <p:extLst>
      <p:ext uri="{BB962C8B-B14F-4D97-AF65-F5344CB8AC3E}">
        <p14:creationId xmlns:p14="http://schemas.microsoft.com/office/powerpoint/2010/main" val="65906227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pt-BR"/>
              <a:t>PolyU – DSAI1202 – AIDA – Project Intro</a:t>
            </a:r>
            <a:endParaRPr lang="en-US" dirty="0"/>
          </a:p>
        </p:txBody>
      </p:sp>
      <p:sp>
        <p:nvSpPr>
          <p:cNvPr id="6" name="Slide Number Placeholder 5"/>
          <p:cNvSpPr>
            <a:spLocks noGrp="1"/>
          </p:cNvSpPr>
          <p:nvPr>
            <p:ph type="sldNum" sz="quarter" idx="12"/>
          </p:nvPr>
        </p:nvSpPr>
        <p:spPr/>
        <p:txBody>
          <a:bodyPr/>
          <a:lstStyle/>
          <a:p>
            <a:fld id="{A5DE6AA6-3673-C84D-81F3-675A1FB97D0A}" type="slidenum">
              <a:rPr lang="en-US" smtClean="0"/>
              <a:pPr/>
              <a:t>‹#›</a:t>
            </a:fld>
            <a:endParaRPr lang="en-US" dirty="0"/>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318991444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pt-BR"/>
              <a:t>PolyU – DSAI1202 – AIDA – Project Intro</a:t>
            </a:r>
            <a:endParaRPr lang="en-US" dirty="0"/>
          </a:p>
        </p:txBody>
      </p:sp>
      <p:sp>
        <p:nvSpPr>
          <p:cNvPr id="6" name="Slide Number Placeholder 5"/>
          <p:cNvSpPr>
            <a:spLocks noGrp="1"/>
          </p:cNvSpPr>
          <p:nvPr>
            <p:ph type="sldNum" sz="quarter" idx="12"/>
          </p:nvPr>
        </p:nvSpPr>
        <p:spPr/>
        <p:txBody>
          <a:bodyPr/>
          <a:lstStyle/>
          <a:p>
            <a:fld id="{A5DE6AA6-3673-C84D-81F3-675A1FB97D0A}" type="slidenum">
              <a:rPr lang="en-US" smtClean="0"/>
              <a:pPr/>
              <a:t>‹#›</a:t>
            </a:fld>
            <a:endParaRPr lang="en-US" dirty="0"/>
          </a:p>
        </p:txBody>
      </p:sp>
    </p:spTree>
    <p:extLst>
      <p:ext uri="{BB962C8B-B14F-4D97-AF65-F5344CB8AC3E}">
        <p14:creationId xmlns:p14="http://schemas.microsoft.com/office/powerpoint/2010/main" val="102494617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pt-BR"/>
              <a:t>PolyU – DSAI1202 – AIDA – Project Intro</a:t>
            </a:r>
            <a:endParaRPr lang="en-US" dirty="0"/>
          </a:p>
        </p:txBody>
      </p:sp>
      <p:sp>
        <p:nvSpPr>
          <p:cNvPr id="6" name="Slide Number Placeholder 5"/>
          <p:cNvSpPr>
            <a:spLocks noGrp="1"/>
          </p:cNvSpPr>
          <p:nvPr>
            <p:ph type="sldNum" sz="quarter" idx="12"/>
          </p:nvPr>
        </p:nvSpPr>
        <p:spPr/>
        <p:txBody>
          <a:bodyPr/>
          <a:lstStyle/>
          <a:p>
            <a:fld id="{A5DE6AA6-3673-C84D-81F3-675A1FB97D0A}" type="slidenum">
              <a:rPr lang="en-US" smtClean="0"/>
              <a:t>‹#›</a:t>
            </a:fld>
            <a:endParaRPr lang="en-US"/>
          </a:p>
        </p:txBody>
      </p:sp>
    </p:spTree>
    <p:extLst>
      <p:ext uri="{BB962C8B-B14F-4D97-AF65-F5344CB8AC3E}">
        <p14:creationId xmlns:p14="http://schemas.microsoft.com/office/powerpoint/2010/main" val="89618482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pt-BR"/>
              <a:t>PolyU – DSAI1202 – AIDA – Project Intro</a:t>
            </a:r>
            <a:endParaRPr lang="en-US" dirty="0"/>
          </a:p>
        </p:txBody>
      </p:sp>
      <p:sp>
        <p:nvSpPr>
          <p:cNvPr id="6" name="Slide Number Placeholder 5"/>
          <p:cNvSpPr>
            <a:spLocks noGrp="1"/>
          </p:cNvSpPr>
          <p:nvPr>
            <p:ph type="sldNum" sz="quarter" idx="12"/>
          </p:nvPr>
        </p:nvSpPr>
        <p:spPr/>
        <p:txBody>
          <a:bodyPr/>
          <a:lstStyle/>
          <a:p>
            <a:fld id="{A5DE6AA6-3673-C84D-81F3-675A1FB97D0A}" type="slidenum">
              <a:rPr lang="en-US" smtClean="0"/>
              <a:t>‹#›</a:t>
            </a:fld>
            <a:endParaRPr lang="en-US"/>
          </a:p>
        </p:txBody>
      </p:sp>
    </p:spTree>
    <p:extLst>
      <p:ext uri="{BB962C8B-B14F-4D97-AF65-F5344CB8AC3E}">
        <p14:creationId xmlns:p14="http://schemas.microsoft.com/office/powerpoint/2010/main" val="28783018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407C535-FFF3-244E-A1A3-8B007EAA502D}"/>
              </a:ext>
            </a:extLst>
          </p:cNvPr>
          <p:cNvSpPr>
            <a:spLocks noGrp="1"/>
          </p:cNvSpPr>
          <p:nvPr>
            <p:ph type="title"/>
          </p:nvPr>
        </p:nvSpPr>
        <p:spPr>
          <a:xfrm>
            <a:off x="595746" y="365125"/>
            <a:ext cx="11000509" cy="735887"/>
          </a:xfrm>
          <a:prstGeom prst="rect">
            <a:avLst/>
          </a:prstGeom>
        </p:spPr>
        <p:txBody>
          <a:bodyPr vert="horz" lIns="91440" tIns="45720" rIns="91440" bIns="45720" rtlCol="0" anchor="ctr">
            <a:normAutofit/>
          </a:body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270DD3AF-264D-3242-891B-6121630FA4D8}"/>
              </a:ext>
            </a:extLst>
          </p:cNvPr>
          <p:cNvSpPr>
            <a:spLocks noGrp="1"/>
          </p:cNvSpPr>
          <p:nvPr>
            <p:ph type="body" idx="1"/>
          </p:nvPr>
        </p:nvSpPr>
        <p:spPr>
          <a:xfrm>
            <a:off x="595745" y="1198984"/>
            <a:ext cx="11000509" cy="5243171"/>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Slide Number Placeholder 5">
            <a:extLst>
              <a:ext uri="{FF2B5EF4-FFF2-40B4-BE49-F238E27FC236}">
                <a16:creationId xmlns:a16="http://schemas.microsoft.com/office/drawing/2014/main" id="{44BABBD2-F003-7F46-96E7-CA52DE4EDDC2}"/>
              </a:ext>
            </a:extLst>
          </p:cNvPr>
          <p:cNvSpPr>
            <a:spLocks noGrp="1"/>
          </p:cNvSpPr>
          <p:nvPr>
            <p:ph type="sldNum" sz="quarter" idx="4"/>
          </p:nvPr>
        </p:nvSpPr>
        <p:spPr>
          <a:xfrm>
            <a:off x="11448661" y="6612775"/>
            <a:ext cx="544286" cy="245225"/>
          </a:xfrm>
          <a:prstGeom prst="rect">
            <a:avLst/>
          </a:prstGeom>
        </p:spPr>
        <p:txBody>
          <a:bodyPr vert="horz" lIns="91440" tIns="45720" rIns="91440" bIns="45720" rtlCol="0" anchor="ctr"/>
          <a:lstStyle>
            <a:lvl1pPr algn="r">
              <a:defRPr sz="1100">
                <a:solidFill>
                  <a:schemeClr val="tx1">
                    <a:tint val="75000"/>
                  </a:schemeClr>
                </a:solidFill>
                <a:latin typeface="+mn-lt"/>
              </a:defRPr>
            </a:lvl1pPr>
          </a:lstStyle>
          <a:p>
            <a:fld id="{A5DE6AA6-3673-C84D-81F3-675A1FB97D0A}" type="slidenum">
              <a:rPr lang="en-US" smtClean="0"/>
              <a:pPr/>
              <a:t>‹#›</a:t>
            </a:fld>
            <a:endParaRPr lang="en-US" dirty="0"/>
          </a:p>
        </p:txBody>
      </p:sp>
      <p:sp>
        <p:nvSpPr>
          <p:cNvPr id="5" name="Footer Placeholder 4">
            <a:extLst>
              <a:ext uri="{FF2B5EF4-FFF2-40B4-BE49-F238E27FC236}">
                <a16:creationId xmlns:a16="http://schemas.microsoft.com/office/drawing/2014/main" id="{092C4D21-D679-4351-AB72-B1760B7ADE6B}"/>
              </a:ext>
            </a:extLst>
          </p:cNvPr>
          <p:cNvSpPr>
            <a:spLocks noGrp="1"/>
          </p:cNvSpPr>
          <p:nvPr>
            <p:ph type="ftr" sz="quarter" idx="3"/>
          </p:nvPr>
        </p:nvSpPr>
        <p:spPr>
          <a:xfrm>
            <a:off x="3409604" y="6612774"/>
            <a:ext cx="5372793" cy="245225"/>
          </a:xfrm>
          <a:prstGeom prst="rect">
            <a:avLst/>
          </a:prstGeom>
        </p:spPr>
        <p:txBody>
          <a:bodyPr/>
          <a:lstStyle>
            <a:lvl1pPr algn="ctr">
              <a:defRPr sz="1100">
                <a:solidFill>
                  <a:schemeClr val="tx1">
                    <a:lumMod val="50000"/>
                    <a:lumOff val="50000"/>
                  </a:schemeClr>
                </a:solidFill>
                <a:latin typeface="+mn-lt"/>
              </a:defRPr>
            </a:lvl1pPr>
          </a:lstStyle>
          <a:p>
            <a:r>
              <a:rPr lang="pt-BR"/>
              <a:t>PolyU – DSAI1202 – AIDA – Project Intro</a:t>
            </a:r>
            <a:endParaRPr lang="en-US" dirty="0"/>
          </a:p>
        </p:txBody>
      </p:sp>
    </p:spTree>
    <p:extLst>
      <p:ext uri="{BB962C8B-B14F-4D97-AF65-F5344CB8AC3E}">
        <p14:creationId xmlns:p14="http://schemas.microsoft.com/office/powerpoint/2010/main" val="38791176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3600" b="1" i="0" kern="1200">
          <a:solidFill>
            <a:schemeClr val="tx1"/>
          </a:solidFill>
          <a:latin typeface="+mn-lt"/>
          <a:ea typeface="黑体" panose="02010609060101010101" pitchFamily="49" charset="-122"/>
          <a:cs typeface="+mj-cs"/>
        </a:defRPr>
      </a:lvl1pPr>
    </p:titleStyle>
    <p:bodyStyle>
      <a:lvl1pPr marL="228600" indent="-228600" algn="l" defTabSz="914400" rtl="0" eaLnBrk="1" latinLnBrk="0" hangingPunct="1">
        <a:lnSpc>
          <a:spcPct val="120000"/>
        </a:lnSpc>
        <a:spcBef>
          <a:spcPts val="0"/>
        </a:spcBef>
        <a:buFont typeface="Arial" panose="020B0604020202020204" pitchFamily="34" charset="0"/>
        <a:buChar char="•"/>
        <a:defRPr sz="2400" kern="1200">
          <a:solidFill>
            <a:schemeClr val="tx1"/>
          </a:solidFill>
          <a:latin typeface="+mn-lt"/>
          <a:ea typeface="黑体" panose="02010609060101010101" pitchFamily="49" charset="-122"/>
          <a:cs typeface="+mn-cs"/>
        </a:defRPr>
      </a:lvl1pPr>
      <a:lvl2pPr marL="685800" indent="-228600" algn="l" defTabSz="914400" rtl="0" eaLnBrk="1" latinLnBrk="0" hangingPunct="1">
        <a:lnSpc>
          <a:spcPct val="120000"/>
        </a:lnSpc>
        <a:spcBef>
          <a:spcPts val="0"/>
        </a:spcBef>
        <a:buFont typeface="Arial" panose="020B0604020202020204" pitchFamily="34" charset="0"/>
        <a:buChar char="•"/>
        <a:defRPr sz="2000" kern="1200">
          <a:solidFill>
            <a:schemeClr val="tx1"/>
          </a:solidFill>
          <a:latin typeface="+mn-lt"/>
          <a:ea typeface="黑体" panose="02010609060101010101" pitchFamily="49" charset="-122"/>
          <a:cs typeface="+mn-cs"/>
        </a:defRPr>
      </a:lvl2pPr>
      <a:lvl3pPr marL="1143000" indent="-228600" algn="l" defTabSz="914400" rtl="0" eaLnBrk="1" latinLnBrk="0" hangingPunct="1">
        <a:lnSpc>
          <a:spcPct val="120000"/>
        </a:lnSpc>
        <a:spcBef>
          <a:spcPts val="0"/>
        </a:spcBef>
        <a:buFont typeface="Arial" panose="020B0604020202020204" pitchFamily="34" charset="0"/>
        <a:buChar char="•"/>
        <a:defRPr sz="1800" kern="1200">
          <a:solidFill>
            <a:schemeClr val="tx1"/>
          </a:solidFill>
          <a:latin typeface="+mn-lt"/>
          <a:ea typeface="黑体" panose="02010609060101010101" pitchFamily="49" charset="-122"/>
          <a:cs typeface="+mn-cs"/>
        </a:defRPr>
      </a:lvl3pPr>
      <a:lvl4pPr marL="1600200" indent="-228600" algn="l" defTabSz="914400" rtl="0" eaLnBrk="1" latinLnBrk="0" hangingPunct="1">
        <a:lnSpc>
          <a:spcPct val="120000"/>
        </a:lnSpc>
        <a:spcBef>
          <a:spcPts val="0"/>
        </a:spcBef>
        <a:buFont typeface="Arial" panose="020B0604020202020204" pitchFamily="34" charset="0"/>
        <a:buChar char="•"/>
        <a:defRPr sz="1600" kern="1200">
          <a:solidFill>
            <a:schemeClr val="tx1"/>
          </a:solidFill>
          <a:latin typeface="+mn-lt"/>
          <a:ea typeface="黑体" panose="02010609060101010101" pitchFamily="49" charset="-122"/>
          <a:cs typeface="+mn-cs"/>
        </a:defRPr>
      </a:lvl4pPr>
      <a:lvl5pPr marL="2057400" indent="-228600" algn="l" defTabSz="914400" rtl="0" eaLnBrk="1" latinLnBrk="0" hangingPunct="1">
        <a:lnSpc>
          <a:spcPct val="120000"/>
        </a:lnSpc>
        <a:spcBef>
          <a:spcPts val="0"/>
        </a:spcBef>
        <a:buFont typeface="Arial" panose="020B0604020202020204" pitchFamily="34" charset="0"/>
        <a:buChar char="•"/>
        <a:defRPr sz="1600" kern="1200">
          <a:solidFill>
            <a:schemeClr val="tx1"/>
          </a:solidFill>
          <a:latin typeface="+mn-lt"/>
          <a:ea typeface="黑体" panose="020106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endParaRPr lang="en-US" dirty="0"/>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r>
              <a:rPr lang="pt-BR"/>
              <a:t>PolyU – DSAI1202 – AIDA – Project Intro</a:t>
            </a:r>
            <a:endParaRPr lang="en-US" dirty="0"/>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A5DE6AA6-3673-C84D-81F3-675A1FB97D0A}" type="slidenum">
              <a:rPr lang="en-US" smtClean="0"/>
              <a:pPr/>
              <a:t>‹#›</a:t>
            </a:fld>
            <a:endParaRPr lang="en-US" dirty="0"/>
          </a:p>
        </p:txBody>
      </p:sp>
    </p:spTree>
    <p:extLst>
      <p:ext uri="{BB962C8B-B14F-4D97-AF65-F5344CB8AC3E}">
        <p14:creationId xmlns:p14="http://schemas.microsoft.com/office/powerpoint/2010/main" val="272883449"/>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hf hdr="0" dt="0"/>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4B7A65B-BB3C-4FB9-911B-6F20973324D5}"/>
              </a:ext>
            </a:extLst>
          </p:cNvPr>
          <p:cNvSpPr>
            <a:spLocks noGrp="1"/>
          </p:cNvSpPr>
          <p:nvPr>
            <p:ph type="ctrTitle"/>
          </p:nvPr>
        </p:nvSpPr>
        <p:spPr>
          <a:xfrm>
            <a:off x="1841924" y="1133341"/>
            <a:ext cx="9883911" cy="1990494"/>
          </a:xfrm>
        </p:spPr>
        <p:txBody>
          <a:bodyPr anchor="ctr">
            <a:normAutofit fontScale="90000"/>
          </a:bodyPr>
          <a:lstStyle/>
          <a:p>
            <a:pPr algn="l">
              <a:lnSpc>
                <a:spcPct val="100000"/>
              </a:lnSpc>
              <a:spcBef>
                <a:spcPts val="1200"/>
              </a:spcBef>
            </a:pPr>
            <a:r>
              <a:rPr lang="en-US" sz="2000" b="0" dirty="0">
                <a:solidFill>
                  <a:schemeClr val="tx1">
                    <a:lumMod val="65000"/>
                    <a:lumOff val="35000"/>
                  </a:schemeClr>
                </a:solidFill>
              </a:rPr>
              <a:t>DSAI1202: Introduction to Artificial Intelligence and Data Analytics</a:t>
            </a:r>
            <a:br>
              <a:rPr lang="en-US" sz="2000" b="0" dirty="0">
                <a:solidFill>
                  <a:schemeClr val="tx1">
                    <a:lumMod val="65000"/>
                    <a:lumOff val="35000"/>
                  </a:schemeClr>
                </a:solidFill>
              </a:rPr>
            </a:br>
            <a:br>
              <a:rPr lang="en-US" sz="2000" b="0" dirty="0">
                <a:solidFill>
                  <a:schemeClr val="tx1">
                    <a:lumMod val="65000"/>
                    <a:lumOff val="35000"/>
                  </a:schemeClr>
                </a:solidFill>
              </a:rPr>
            </a:br>
            <a:r>
              <a:rPr lang="en-US" sz="4600" dirty="0"/>
              <a:t>Introducing the Course Project</a:t>
            </a:r>
          </a:p>
        </p:txBody>
      </p:sp>
      <p:sp>
        <p:nvSpPr>
          <p:cNvPr id="5" name="Subtitle 4">
            <a:extLst>
              <a:ext uri="{FF2B5EF4-FFF2-40B4-BE49-F238E27FC236}">
                <a16:creationId xmlns:a16="http://schemas.microsoft.com/office/drawing/2014/main" id="{9380D2E4-3F95-4187-AC0F-D6F94A9EEE3C}"/>
              </a:ext>
            </a:extLst>
          </p:cNvPr>
          <p:cNvSpPr>
            <a:spLocks noGrp="1"/>
          </p:cNvSpPr>
          <p:nvPr>
            <p:ph type="subTitle" idx="1"/>
          </p:nvPr>
        </p:nvSpPr>
        <p:spPr>
          <a:xfrm>
            <a:off x="1841924" y="4383871"/>
            <a:ext cx="8826076" cy="1658170"/>
          </a:xfrm>
        </p:spPr>
        <p:txBody>
          <a:bodyPr>
            <a:normAutofit/>
          </a:bodyPr>
          <a:lstStyle/>
          <a:p>
            <a:pPr algn="l">
              <a:spcBef>
                <a:spcPts val="0"/>
              </a:spcBef>
            </a:pPr>
            <a:r>
              <a:rPr lang="en-US" altLang="zh-CN" b="1" dirty="0"/>
              <a:t>Dr. Mingsong LYU (</a:t>
            </a:r>
            <a:r>
              <a:rPr lang="zh-CN" altLang="en-US" b="1" dirty="0"/>
              <a:t>呂鳴松</a:t>
            </a:r>
            <a:r>
              <a:rPr lang="en-US" altLang="zh-CN" b="1" dirty="0"/>
              <a:t>)</a:t>
            </a:r>
          </a:p>
          <a:p>
            <a:pPr algn="l">
              <a:spcBef>
                <a:spcPts val="0"/>
              </a:spcBef>
            </a:pPr>
            <a:r>
              <a:rPr lang="en-US" sz="1800" dirty="0">
                <a:solidFill>
                  <a:schemeClr val="tx1">
                    <a:lumMod val="65000"/>
                    <a:lumOff val="35000"/>
                  </a:schemeClr>
                </a:solidFill>
              </a:rPr>
              <a:t>Department of Computing</a:t>
            </a:r>
          </a:p>
          <a:p>
            <a:pPr algn="l">
              <a:spcBef>
                <a:spcPts val="0"/>
              </a:spcBef>
            </a:pPr>
            <a:r>
              <a:rPr lang="en-US" sz="1800" dirty="0">
                <a:solidFill>
                  <a:schemeClr val="tx1">
                    <a:lumMod val="65000"/>
                    <a:lumOff val="35000"/>
                  </a:schemeClr>
                </a:solidFill>
              </a:rPr>
              <a:t>The Hong Kong Polytechnic University</a:t>
            </a:r>
          </a:p>
          <a:p>
            <a:pPr algn="l">
              <a:spcBef>
                <a:spcPts val="0"/>
              </a:spcBef>
            </a:pPr>
            <a:r>
              <a:rPr lang="en-US" sz="1800" dirty="0">
                <a:solidFill>
                  <a:schemeClr val="tx1">
                    <a:lumMod val="65000"/>
                    <a:lumOff val="35000"/>
                  </a:schemeClr>
                </a:solidFill>
              </a:rPr>
              <a:t>Autumn 2026</a:t>
            </a:r>
          </a:p>
        </p:txBody>
      </p:sp>
    </p:spTree>
    <p:extLst>
      <p:ext uri="{BB962C8B-B14F-4D97-AF65-F5344CB8AC3E}">
        <p14:creationId xmlns:p14="http://schemas.microsoft.com/office/powerpoint/2010/main" val="9985063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3A25F-4583-15A5-920B-5D2B2347E658}"/>
              </a:ext>
            </a:extLst>
          </p:cNvPr>
          <p:cNvSpPr>
            <a:spLocks noGrp="1"/>
          </p:cNvSpPr>
          <p:nvPr>
            <p:ph type="title"/>
          </p:nvPr>
        </p:nvSpPr>
        <p:spPr/>
        <p:txBody>
          <a:bodyPr/>
          <a:lstStyle/>
          <a:p>
            <a:r>
              <a:rPr lang="en-US" dirty="0"/>
              <a:t>What I Hope You Take from This Course</a:t>
            </a:r>
          </a:p>
        </p:txBody>
      </p:sp>
      <p:sp>
        <p:nvSpPr>
          <p:cNvPr id="3" name="Content Placeholder 2">
            <a:extLst>
              <a:ext uri="{FF2B5EF4-FFF2-40B4-BE49-F238E27FC236}">
                <a16:creationId xmlns:a16="http://schemas.microsoft.com/office/drawing/2014/main" id="{C9322112-9C75-2507-C59F-2F66B96C5FAD}"/>
              </a:ext>
            </a:extLst>
          </p:cNvPr>
          <p:cNvSpPr>
            <a:spLocks noGrp="1"/>
          </p:cNvSpPr>
          <p:nvPr>
            <p:ph idx="1"/>
          </p:nvPr>
        </p:nvSpPr>
        <p:spPr/>
        <p:txBody>
          <a:bodyPr/>
          <a:lstStyle/>
          <a:p>
            <a:r>
              <a:rPr lang="en-US" dirty="0"/>
              <a:t>Marks matter; but something matters more</a:t>
            </a:r>
          </a:p>
          <a:p>
            <a:r>
              <a:rPr lang="en-US" dirty="0"/>
              <a:t>Five years from now, few people will care about your exact mark in DSAI1202</a:t>
            </a:r>
          </a:p>
          <a:p>
            <a:r>
              <a:rPr lang="en-US" dirty="0"/>
              <a:t>What may still matter is whether you learned how to use AI to make yourself more capable — to do things you could not do before, while still thinking, checking, judging, and taking responsibility yourself</a:t>
            </a:r>
          </a:p>
          <a:p>
            <a:endParaRPr lang="en-US" dirty="0"/>
          </a:p>
          <a:p>
            <a:r>
              <a:rPr lang="en-US" dirty="0"/>
              <a:t>If others are learning to use AI and you are not, the gap in what you can do may become visible surprisingly quickly</a:t>
            </a:r>
          </a:p>
          <a:p>
            <a:endParaRPr lang="en-US" dirty="0"/>
          </a:p>
          <a:p>
            <a:r>
              <a:rPr lang="en-US" dirty="0"/>
              <a:t>The mission of this course is to help you embrace the AI era by learning to use AI confidently, effectively, and responsibly</a:t>
            </a:r>
          </a:p>
        </p:txBody>
      </p:sp>
      <p:sp>
        <p:nvSpPr>
          <p:cNvPr id="4" name="Slide Number Placeholder 3">
            <a:extLst>
              <a:ext uri="{FF2B5EF4-FFF2-40B4-BE49-F238E27FC236}">
                <a16:creationId xmlns:a16="http://schemas.microsoft.com/office/drawing/2014/main" id="{9A0EF455-64E0-229F-D4B4-8B1F570989D2}"/>
              </a:ext>
            </a:extLst>
          </p:cNvPr>
          <p:cNvSpPr>
            <a:spLocks noGrp="1"/>
          </p:cNvSpPr>
          <p:nvPr>
            <p:ph type="sldNum" sz="quarter" idx="12"/>
          </p:nvPr>
        </p:nvSpPr>
        <p:spPr/>
        <p:txBody>
          <a:bodyPr/>
          <a:lstStyle/>
          <a:p>
            <a:fld id="{A5DE6AA6-3673-C84D-81F3-675A1FB97D0A}" type="slidenum">
              <a:rPr lang="en-US" smtClean="0"/>
              <a:t>2</a:t>
            </a:fld>
            <a:endParaRPr lang="en-US"/>
          </a:p>
        </p:txBody>
      </p:sp>
      <p:sp>
        <p:nvSpPr>
          <p:cNvPr id="5" name="Footer Placeholder 4">
            <a:extLst>
              <a:ext uri="{FF2B5EF4-FFF2-40B4-BE49-F238E27FC236}">
                <a16:creationId xmlns:a16="http://schemas.microsoft.com/office/drawing/2014/main" id="{23A0276E-5FA4-BFFA-3802-03E1294DB9AA}"/>
              </a:ext>
            </a:extLst>
          </p:cNvPr>
          <p:cNvSpPr>
            <a:spLocks noGrp="1"/>
          </p:cNvSpPr>
          <p:nvPr>
            <p:ph type="ftr" sz="quarter" idx="3"/>
          </p:nvPr>
        </p:nvSpPr>
        <p:spPr/>
        <p:txBody>
          <a:bodyPr/>
          <a:lstStyle/>
          <a:p>
            <a:r>
              <a:rPr lang="pt-BR"/>
              <a:t>PolyU – DSAI1202 – AIDA – Project Intro</a:t>
            </a:r>
            <a:endParaRPr lang="en-US" dirty="0"/>
          </a:p>
        </p:txBody>
      </p:sp>
    </p:spTree>
    <p:extLst>
      <p:ext uri="{BB962C8B-B14F-4D97-AF65-F5344CB8AC3E}">
        <p14:creationId xmlns:p14="http://schemas.microsoft.com/office/powerpoint/2010/main" val="269378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F4876-22DF-FB4C-C42E-3AD22CD4DECC}"/>
              </a:ext>
            </a:extLst>
          </p:cNvPr>
          <p:cNvSpPr>
            <a:spLocks noGrp="1"/>
          </p:cNvSpPr>
          <p:nvPr>
            <p:ph type="title"/>
          </p:nvPr>
        </p:nvSpPr>
        <p:spPr/>
        <p:txBody>
          <a:bodyPr/>
          <a:lstStyle/>
          <a:p>
            <a:r>
              <a:rPr lang="en-US" altLang="zh-CN" dirty="0"/>
              <a:t>Astonishing Stories of Using AI</a:t>
            </a:r>
            <a:endParaRPr lang="en-US" dirty="0"/>
          </a:p>
        </p:txBody>
      </p:sp>
      <p:sp>
        <p:nvSpPr>
          <p:cNvPr id="3" name="Content Placeholder 2">
            <a:extLst>
              <a:ext uri="{FF2B5EF4-FFF2-40B4-BE49-F238E27FC236}">
                <a16:creationId xmlns:a16="http://schemas.microsoft.com/office/drawing/2014/main" id="{C901AC42-D3DC-7C1C-85C1-2A709D0DA07C}"/>
              </a:ext>
            </a:extLst>
          </p:cNvPr>
          <p:cNvSpPr>
            <a:spLocks noGrp="1"/>
          </p:cNvSpPr>
          <p:nvPr>
            <p:ph idx="1"/>
          </p:nvPr>
        </p:nvSpPr>
        <p:spPr/>
        <p:txBody>
          <a:bodyPr>
            <a:normAutofit fontScale="92500" lnSpcReduction="10000"/>
          </a:bodyPr>
          <a:lstStyle/>
          <a:p>
            <a:r>
              <a:rPr lang="en-US" dirty="0"/>
              <a:t>AlphaFold has predicted structures for 200+ million proteins, reducing the time spent from </a:t>
            </a:r>
            <a:r>
              <a:rPr lang="en-US" b="1" dirty="0"/>
              <a:t>years</a:t>
            </a:r>
            <a:r>
              <a:rPr lang="en-US" dirty="0"/>
              <a:t> to </a:t>
            </a:r>
            <a:r>
              <a:rPr lang="en-US" b="1" dirty="0"/>
              <a:t>minutes</a:t>
            </a:r>
          </a:p>
          <a:p>
            <a:r>
              <a:rPr lang="en-US" dirty="0"/>
              <a:t>JPMorgan reported that AI could extract key information from work that previously required up to </a:t>
            </a:r>
            <a:r>
              <a:rPr lang="en-US" b="1" dirty="0"/>
              <a:t>360,000 hours </a:t>
            </a:r>
            <a:r>
              <a:rPr lang="en-US" dirty="0"/>
              <a:t>of manual contract review per year </a:t>
            </a:r>
            <a:r>
              <a:rPr lang="en-US" b="1" dirty="0"/>
              <a:t>in seconds</a:t>
            </a:r>
          </a:p>
          <a:p>
            <a:r>
              <a:rPr lang="en-US" dirty="0"/>
              <a:t>In </a:t>
            </a:r>
            <a:r>
              <a:rPr lang="en-US" i="1" dirty="0"/>
              <a:t>Everything Everywhere All at Once</a:t>
            </a:r>
            <a:r>
              <a:rPr lang="en-US" dirty="0"/>
              <a:t>, AI helped reduce some visual-effects work from </a:t>
            </a:r>
            <a:r>
              <a:rPr lang="en-US" b="1" dirty="0"/>
              <a:t>days</a:t>
            </a:r>
            <a:r>
              <a:rPr lang="en-US" dirty="0"/>
              <a:t> to just </a:t>
            </a:r>
            <a:r>
              <a:rPr lang="en-US" b="1" dirty="0"/>
              <a:t>minutes</a:t>
            </a:r>
          </a:p>
          <a:p>
            <a:r>
              <a:rPr lang="en-US" dirty="0"/>
              <a:t>The German Bundesliga used AI to reduce the cost of translating match content from about </a:t>
            </a:r>
            <a:r>
              <a:rPr lang="en-US" b="1" dirty="0"/>
              <a:t>$9.50 </a:t>
            </a:r>
            <a:r>
              <a:rPr lang="en-US" dirty="0"/>
              <a:t>to </a:t>
            </a:r>
            <a:r>
              <a:rPr lang="en-US" b="1" dirty="0"/>
              <a:t>$0.05 </a:t>
            </a:r>
            <a:r>
              <a:rPr lang="en-US" dirty="0"/>
              <a:t>per language — a 99% reduction</a:t>
            </a:r>
          </a:p>
          <a:p>
            <a:r>
              <a:rPr lang="en-US" dirty="0"/>
              <a:t>Block </a:t>
            </a:r>
            <a:r>
              <a:rPr lang="en-US" b="1" dirty="0"/>
              <a:t>cut more than 4,000 jobs </a:t>
            </a:r>
            <a:r>
              <a:rPr lang="en-US" dirty="0"/>
              <a:t>— nearly </a:t>
            </a:r>
            <a:r>
              <a:rPr lang="en-US" b="1" dirty="0"/>
              <a:t>half of its workforce </a:t>
            </a:r>
            <a:r>
              <a:rPr lang="en-US" dirty="0"/>
              <a:t>— as its CEO said much smaller teams using AI can now do more and do it better</a:t>
            </a:r>
          </a:p>
          <a:p>
            <a:endParaRPr lang="en-US" dirty="0"/>
          </a:p>
          <a:p>
            <a:r>
              <a:rPr lang="en-US" b="1" i="1" dirty="0">
                <a:solidFill>
                  <a:srgbClr val="C00000"/>
                </a:solidFill>
              </a:rPr>
              <a:t>AI is changing both what people can do and what many jobs require.</a:t>
            </a:r>
            <a:endParaRPr lang="en-US" i="1" dirty="0">
              <a:solidFill>
                <a:srgbClr val="C00000"/>
              </a:solidFill>
            </a:endParaRPr>
          </a:p>
          <a:p>
            <a:r>
              <a:rPr lang="en-US" b="1" i="1" dirty="0">
                <a:solidFill>
                  <a:srgbClr val="C00000"/>
                </a:solidFill>
              </a:rPr>
              <a:t>The best response is not to avoid AI, but to learn how to work with it well.</a:t>
            </a:r>
          </a:p>
        </p:txBody>
      </p:sp>
      <p:sp>
        <p:nvSpPr>
          <p:cNvPr id="4" name="Slide Number Placeholder 3">
            <a:extLst>
              <a:ext uri="{FF2B5EF4-FFF2-40B4-BE49-F238E27FC236}">
                <a16:creationId xmlns:a16="http://schemas.microsoft.com/office/drawing/2014/main" id="{FE3C882C-5A24-7C83-1553-3E37E51B3A0C}"/>
              </a:ext>
            </a:extLst>
          </p:cNvPr>
          <p:cNvSpPr>
            <a:spLocks noGrp="1"/>
          </p:cNvSpPr>
          <p:nvPr>
            <p:ph type="sldNum" sz="quarter" idx="12"/>
          </p:nvPr>
        </p:nvSpPr>
        <p:spPr/>
        <p:txBody>
          <a:bodyPr/>
          <a:lstStyle/>
          <a:p>
            <a:fld id="{A5DE6AA6-3673-C84D-81F3-675A1FB97D0A}" type="slidenum">
              <a:rPr lang="en-US" smtClean="0"/>
              <a:t>3</a:t>
            </a:fld>
            <a:endParaRPr lang="en-US"/>
          </a:p>
        </p:txBody>
      </p:sp>
      <p:sp>
        <p:nvSpPr>
          <p:cNvPr id="5" name="Footer Placeholder 4">
            <a:extLst>
              <a:ext uri="{FF2B5EF4-FFF2-40B4-BE49-F238E27FC236}">
                <a16:creationId xmlns:a16="http://schemas.microsoft.com/office/drawing/2014/main" id="{C287AEA3-B8D6-3F47-9F74-C4B68FBA5321}"/>
              </a:ext>
            </a:extLst>
          </p:cNvPr>
          <p:cNvSpPr>
            <a:spLocks noGrp="1"/>
          </p:cNvSpPr>
          <p:nvPr>
            <p:ph type="ftr" sz="quarter" idx="3"/>
          </p:nvPr>
        </p:nvSpPr>
        <p:spPr/>
        <p:txBody>
          <a:bodyPr/>
          <a:lstStyle/>
          <a:p>
            <a:r>
              <a:rPr lang="pt-BR"/>
              <a:t>PolyU – DSAI1202 – AIDA – Project Intro</a:t>
            </a:r>
            <a:endParaRPr lang="en-US" dirty="0"/>
          </a:p>
        </p:txBody>
      </p:sp>
    </p:spTree>
    <p:extLst>
      <p:ext uri="{BB962C8B-B14F-4D97-AF65-F5344CB8AC3E}">
        <p14:creationId xmlns:p14="http://schemas.microsoft.com/office/powerpoint/2010/main" val="1757197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fade">
                                      <p:cBhvr>
                                        <p:cTn id="7" dur="500"/>
                                        <p:tgtEl>
                                          <p:spTgt spid="3">
                                            <p:txEl>
                                              <p:pRg st="6" end="6"/>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7" end="7"/>
                                            </p:txEl>
                                          </p:spTgt>
                                        </p:tgtEl>
                                        <p:attrNameLst>
                                          <p:attrName>style.visibility</p:attrName>
                                        </p:attrNameLst>
                                      </p:cBhvr>
                                      <p:to>
                                        <p:strVal val="visible"/>
                                      </p:to>
                                    </p:set>
                                    <p:animEffect transition="in" filter="fade">
                                      <p:cBhvr>
                                        <p:cTn id="10"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15B3F-68D7-B6C5-FFF3-7CEF19D75538}"/>
              </a:ext>
            </a:extLst>
          </p:cNvPr>
          <p:cNvSpPr>
            <a:spLocks noGrp="1"/>
          </p:cNvSpPr>
          <p:nvPr>
            <p:ph type="title"/>
          </p:nvPr>
        </p:nvSpPr>
        <p:spPr/>
        <p:txBody>
          <a:bodyPr/>
          <a:lstStyle/>
          <a:p>
            <a:r>
              <a:rPr lang="en-US" dirty="0"/>
              <a:t>Do Something Cool with AI</a:t>
            </a:r>
          </a:p>
        </p:txBody>
      </p:sp>
      <p:sp>
        <p:nvSpPr>
          <p:cNvPr id="3" name="Content Placeholder 2">
            <a:extLst>
              <a:ext uri="{FF2B5EF4-FFF2-40B4-BE49-F238E27FC236}">
                <a16:creationId xmlns:a16="http://schemas.microsoft.com/office/drawing/2014/main" id="{F05FEBC5-8505-1709-A67D-A9173B3D50AB}"/>
              </a:ext>
            </a:extLst>
          </p:cNvPr>
          <p:cNvSpPr>
            <a:spLocks noGrp="1"/>
          </p:cNvSpPr>
          <p:nvPr>
            <p:ph idx="1"/>
          </p:nvPr>
        </p:nvSpPr>
        <p:spPr/>
        <p:txBody>
          <a:bodyPr>
            <a:normAutofit/>
          </a:bodyPr>
          <a:lstStyle/>
          <a:p>
            <a:r>
              <a:rPr lang="en-US" dirty="0"/>
              <a:t>In this project, your team will use AI to attempt something that </a:t>
            </a:r>
            <a:r>
              <a:rPr lang="en-US" b="1" dirty="0"/>
              <a:t>you genuinely find interesting, useful, meaningful, or simply cool</a:t>
            </a:r>
            <a:endParaRPr lang="en-US" dirty="0"/>
          </a:p>
          <a:p>
            <a:r>
              <a:rPr lang="en-US" dirty="0"/>
              <a:t>“Cool” does not mean flashy, technically difficult, or visually impressive. It means something your team genuinely wants to make happen — especially something you might previously have thought was difficult or impossible</a:t>
            </a:r>
          </a:p>
          <a:p>
            <a:endParaRPr lang="en-US" dirty="0"/>
          </a:p>
          <a:p>
            <a:r>
              <a:rPr lang="en-US" b="1" i="1" dirty="0">
                <a:solidFill>
                  <a:srgbClr val="C00000"/>
                </a:solidFill>
              </a:rPr>
              <a:t>Part 1: what were you able to do with AI that would otherwise have been difficult?</a:t>
            </a:r>
            <a:endParaRPr lang="en-US" dirty="0"/>
          </a:p>
          <a:p>
            <a:endParaRPr lang="en-US" dirty="0"/>
          </a:p>
        </p:txBody>
      </p:sp>
      <p:sp>
        <p:nvSpPr>
          <p:cNvPr id="4" name="Slide Number Placeholder 3">
            <a:extLst>
              <a:ext uri="{FF2B5EF4-FFF2-40B4-BE49-F238E27FC236}">
                <a16:creationId xmlns:a16="http://schemas.microsoft.com/office/drawing/2014/main" id="{F58D4432-750A-09C8-B2E7-C8C768F056E2}"/>
              </a:ext>
            </a:extLst>
          </p:cNvPr>
          <p:cNvSpPr>
            <a:spLocks noGrp="1"/>
          </p:cNvSpPr>
          <p:nvPr>
            <p:ph type="sldNum" sz="quarter" idx="12"/>
          </p:nvPr>
        </p:nvSpPr>
        <p:spPr/>
        <p:txBody>
          <a:bodyPr/>
          <a:lstStyle/>
          <a:p>
            <a:fld id="{A5DE6AA6-3673-C84D-81F3-675A1FB97D0A}" type="slidenum">
              <a:rPr lang="en-US" smtClean="0"/>
              <a:t>4</a:t>
            </a:fld>
            <a:endParaRPr lang="en-US"/>
          </a:p>
        </p:txBody>
      </p:sp>
      <p:sp>
        <p:nvSpPr>
          <p:cNvPr id="5" name="Footer Placeholder 4">
            <a:extLst>
              <a:ext uri="{FF2B5EF4-FFF2-40B4-BE49-F238E27FC236}">
                <a16:creationId xmlns:a16="http://schemas.microsoft.com/office/drawing/2014/main" id="{9CC298F4-DF03-BDDF-75E6-D73C85628282}"/>
              </a:ext>
            </a:extLst>
          </p:cNvPr>
          <p:cNvSpPr>
            <a:spLocks noGrp="1"/>
          </p:cNvSpPr>
          <p:nvPr>
            <p:ph type="ftr" sz="quarter" idx="3"/>
          </p:nvPr>
        </p:nvSpPr>
        <p:spPr/>
        <p:txBody>
          <a:bodyPr/>
          <a:lstStyle/>
          <a:p>
            <a:r>
              <a:rPr lang="pt-BR"/>
              <a:t>PolyU – DSAI1202 – AIDA – Project Intro</a:t>
            </a:r>
            <a:endParaRPr lang="en-US" dirty="0"/>
          </a:p>
        </p:txBody>
      </p:sp>
    </p:spTree>
    <p:extLst>
      <p:ext uri="{BB962C8B-B14F-4D97-AF65-F5344CB8AC3E}">
        <p14:creationId xmlns:p14="http://schemas.microsoft.com/office/powerpoint/2010/main" val="2450362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C5DDA-8809-0DB7-F6D7-4F21696CF69B}"/>
              </a:ext>
            </a:extLst>
          </p:cNvPr>
          <p:cNvSpPr>
            <a:spLocks noGrp="1"/>
          </p:cNvSpPr>
          <p:nvPr>
            <p:ph type="title"/>
          </p:nvPr>
        </p:nvSpPr>
        <p:spPr/>
        <p:txBody>
          <a:bodyPr/>
          <a:lstStyle/>
          <a:p>
            <a:r>
              <a:rPr lang="en-US" dirty="0"/>
              <a:t>Project Ideas – Many Possible Directions</a:t>
            </a:r>
          </a:p>
        </p:txBody>
      </p:sp>
      <p:pic>
        <p:nvPicPr>
          <p:cNvPr id="7" name="Content Placeholder 6">
            <a:extLst>
              <a:ext uri="{FF2B5EF4-FFF2-40B4-BE49-F238E27FC236}">
                <a16:creationId xmlns:a16="http://schemas.microsoft.com/office/drawing/2014/main" id="{CC86AA8D-5F2D-2117-A972-9E4834FFA61B}"/>
              </a:ext>
            </a:extLst>
          </p:cNvPr>
          <p:cNvPicPr>
            <a:picLocks noGrp="1" noChangeAspect="1"/>
          </p:cNvPicPr>
          <p:nvPr>
            <p:ph idx="1"/>
          </p:nvPr>
        </p:nvPicPr>
        <p:blipFill>
          <a:blip r:embed="rId2"/>
          <a:srcRect t="12575"/>
          <a:stretch/>
        </p:blipFill>
        <p:spPr>
          <a:xfrm>
            <a:off x="851640" y="1276518"/>
            <a:ext cx="10488720" cy="5160750"/>
          </a:xfrm>
        </p:spPr>
      </p:pic>
      <p:sp>
        <p:nvSpPr>
          <p:cNvPr id="4" name="Slide Number Placeholder 3">
            <a:extLst>
              <a:ext uri="{FF2B5EF4-FFF2-40B4-BE49-F238E27FC236}">
                <a16:creationId xmlns:a16="http://schemas.microsoft.com/office/drawing/2014/main" id="{B116E9EA-9075-DAF6-7B65-3BC41A6E6A21}"/>
              </a:ext>
            </a:extLst>
          </p:cNvPr>
          <p:cNvSpPr>
            <a:spLocks noGrp="1"/>
          </p:cNvSpPr>
          <p:nvPr>
            <p:ph type="sldNum" sz="quarter" idx="12"/>
          </p:nvPr>
        </p:nvSpPr>
        <p:spPr/>
        <p:txBody>
          <a:bodyPr/>
          <a:lstStyle/>
          <a:p>
            <a:fld id="{A5DE6AA6-3673-C84D-81F3-675A1FB97D0A}" type="slidenum">
              <a:rPr lang="en-US" smtClean="0"/>
              <a:t>5</a:t>
            </a:fld>
            <a:endParaRPr lang="en-US"/>
          </a:p>
        </p:txBody>
      </p:sp>
      <p:sp>
        <p:nvSpPr>
          <p:cNvPr id="5" name="Footer Placeholder 4">
            <a:extLst>
              <a:ext uri="{FF2B5EF4-FFF2-40B4-BE49-F238E27FC236}">
                <a16:creationId xmlns:a16="http://schemas.microsoft.com/office/drawing/2014/main" id="{1E9F0859-26F8-A614-0EDB-3A5D7AFD043A}"/>
              </a:ext>
            </a:extLst>
          </p:cNvPr>
          <p:cNvSpPr>
            <a:spLocks noGrp="1"/>
          </p:cNvSpPr>
          <p:nvPr>
            <p:ph type="ftr" sz="quarter" idx="3"/>
          </p:nvPr>
        </p:nvSpPr>
        <p:spPr/>
        <p:txBody>
          <a:bodyPr/>
          <a:lstStyle/>
          <a:p>
            <a:r>
              <a:rPr lang="pt-BR"/>
              <a:t>PolyU – DSAI1202 – AIDA – Project Intro</a:t>
            </a:r>
            <a:endParaRPr lang="en-US" dirty="0"/>
          </a:p>
        </p:txBody>
      </p:sp>
    </p:spTree>
    <p:extLst>
      <p:ext uri="{BB962C8B-B14F-4D97-AF65-F5344CB8AC3E}">
        <p14:creationId xmlns:p14="http://schemas.microsoft.com/office/powerpoint/2010/main" val="5399618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67EBC-2DAF-761E-A0F7-D545EBC74607}"/>
              </a:ext>
            </a:extLst>
          </p:cNvPr>
          <p:cNvSpPr>
            <a:spLocks noGrp="1"/>
          </p:cNvSpPr>
          <p:nvPr>
            <p:ph type="title"/>
          </p:nvPr>
        </p:nvSpPr>
        <p:spPr/>
        <p:txBody>
          <a:bodyPr/>
          <a:lstStyle/>
          <a:p>
            <a:r>
              <a:rPr lang="en-US" dirty="0"/>
              <a:t>One Question for You</a:t>
            </a:r>
          </a:p>
        </p:txBody>
      </p:sp>
      <p:sp>
        <p:nvSpPr>
          <p:cNvPr id="4" name="Slide Number Placeholder 3">
            <a:extLst>
              <a:ext uri="{FF2B5EF4-FFF2-40B4-BE49-F238E27FC236}">
                <a16:creationId xmlns:a16="http://schemas.microsoft.com/office/drawing/2014/main" id="{10BCCEEC-BC7A-4267-390B-9E08949F4641}"/>
              </a:ext>
            </a:extLst>
          </p:cNvPr>
          <p:cNvSpPr>
            <a:spLocks noGrp="1"/>
          </p:cNvSpPr>
          <p:nvPr>
            <p:ph type="sldNum" sz="quarter" idx="12"/>
          </p:nvPr>
        </p:nvSpPr>
        <p:spPr/>
        <p:txBody>
          <a:bodyPr/>
          <a:lstStyle/>
          <a:p>
            <a:fld id="{A5DE6AA6-3673-C84D-81F3-675A1FB97D0A}" type="slidenum">
              <a:rPr lang="en-US" smtClean="0"/>
              <a:t>6</a:t>
            </a:fld>
            <a:endParaRPr lang="en-US"/>
          </a:p>
        </p:txBody>
      </p:sp>
      <p:sp>
        <p:nvSpPr>
          <p:cNvPr id="5" name="Footer Placeholder 4">
            <a:extLst>
              <a:ext uri="{FF2B5EF4-FFF2-40B4-BE49-F238E27FC236}">
                <a16:creationId xmlns:a16="http://schemas.microsoft.com/office/drawing/2014/main" id="{DAC05705-8427-ADF3-DC33-19F6BA511B75}"/>
              </a:ext>
            </a:extLst>
          </p:cNvPr>
          <p:cNvSpPr>
            <a:spLocks noGrp="1"/>
          </p:cNvSpPr>
          <p:nvPr>
            <p:ph type="ftr" sz="quarter" idx="3"/>
          </p:nvPr>
        </p:nvSpPr>
        <p:spPr/>
        <p:txBody>
          <a:bodyPr/>
          <a:lstStyle/>
          <a:p>
            <a:r>
              <a:rPr lang="pt-BR"/>
              <a:t>PolyU – DSAI1202 – AIDA – Project Intro</a:t>
            </a:r>
            <a:endParaRPr lang="en-US" dirty="0"/>
          </a:p>
        </p:txBody>
      </p:sp>
      <p:sp>
        <p:nvSpPr>
          <p:cNvPr id="7" name="TextBox 6">
            <a:extLst>
              <a:ext uri="{FF2B5EF4-FFF2-40B4-BE49-F238E27FC236}">
                <a16:creationId xmlns:a16="http://schemas.microsoft.com/office/drawing/2014/main" id="{10EAFB58-9E11-C04C-A52A-A3C3D440EFE2}"/>
              </a:ext>
            </a:extLst>
          </p:cNvPr>
          <p:cNvSpPr txBox="1"/>
          <p:nvPr/>
        </p:nvSpPr>
        <p:spPr>
          <a:xfrm>
            <a:off x="694051" y="2450366"/>
            <a:ext cx="10803898" cy="2062103"/>
          </a:xfrm>
          <a:prstGeom prst="rect">
            <a:avLst/>
          </a:prstGeom>
          <a:noFill/>
        </p:spPr>
        <p:txBody>
          <a:bodyPr wrap="square">
            <a:spAutoFit/>
          </a:bodyPr>
          <a:lstStyle/>
          <a:p>
            <a:pPr algn="ctr"/>
            <a:r>
              <a:rPr lang="en-US" sz="3200" b="1" i="1" dirty="0">
                <a:solidFill>
                  <a:srgbClr val="C00000"/>
                </a:solidFill>
              </a:rPr>
              <a:t>If AI could help you do, understand, create, investigate, or improve ONE thing… What would you choose?</a:t>
            </a:r>
          </a:p>
          <a:p>
            <a:pPr algn="ctr"/>
            <a:endParaRPr lang="en-US" sz="3200" b="1" i="1" dirty="0">
              <a:solidFill>
                <a:srgbClr val="C00000"/>
              </a:solidFill>
            </a:endParaRPr>
          </a:p>
          <a:p>
            <a:pPr algn="ctr"/>
            <a:r>
              <a:rPr lang="en-US" sz="3200" b="1" dirty="0">
                <a:solidFill>
                  <a:srgbClr val="C00000"/>
                </a:solidFill>
              </a:rPr>
              <a:t>DO · UNDERSTAND · CREATE · INVESTIGATE · IMPROVE</a:t>
            </a:r>
            <a:endParaRPr lang="en-US" sz="3200" b="1" i="1" dirty="0">
              <a:solidFill>
                <a:srgbClr val="C00000"/>
              </a:solidFill>
            </a:endParaRPr>
          </a:p>
        </p:txBody>
      </p:sp>
    </p:spTree>
    <p:extLst>
      <p:ext uri="{BB962C8B-B14F-4D97-AF65-F5344CB8AC3E}">
        <p14:creationId xmlns:p14="http://schemas.microsoft.com/office/powerpoint/2010/main" val="40035043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C532E-36E0-D071-2ABC-10B9E26CA808}"/>
              </a:ext>
            </a:extLst>
          </p:cNvPr>
          <p:cNvSpPr>
            <a:spLocks noGrp="1"/>
          </p:cNvSpPr>
          <p:nvPr>
            <p:ph type="title"/>
          </p:nvPr>
        </p:nvSpPr>
        <p:spPr/>
        <p:txBody>
          <a:bodyPr/>
          <a:lstStyle/>
          <a:p>
            <a:r>
              <a:rPr lang="en-US" dirty="0"/>
              <a:t>Lessons Learned from Working with AI</a:t>
            </a:r>
          </a:p>
        </p:txBody>
      </p:sp>
      <p:sp>
        <p:nvSpPr>
          <p:cNvPr id="3" name="Content Placeholder 2">
            <a:extLst>
              <a:ext uri="{FF2B5EF4-FFF2-40B4-BE49-F238E27FC236}">
                <a16:creationId xmlns:a16="http://schemas.microsoft.com/office/drawing/2014/main" id="{E70CBD01-CCFC-63E1-B15E-F1DC156B27B7}"/>
              </a:ext>
            </a:extLst>
          </p:cNvPr>
          <p:cNvSpPr>
            <a:spLocks noGrp="1"/>
          </p:cNvSpPr>
          <p:nvPr>
            <p:ph idx="1"/>
          </p:nvPr>
        </p:nvSpPr>
        <p:spPr/>
        <p:txBody>
          <a:bodyPr>
            <a:normAutofit fontScale="92500"/>
          </a:bodyPr>
          <a:lstStyle/>
          <a:p>
            <a:r>
              <a:rPr lang="en-US" dirty="0"/>
              <a:t>While doing the project, pay attention to what happens when you work with AI</a:t>
            </a:r>
          </a:p>
          <a:p>
            <a:r>
              <a:rPr lang="en-US" dirty="0"/>
              <a:t>Your lessons may include:</a:t>
            </a:r>
          </a:p>
          <a:p>
            <a:pPr lvl="1"/>
            <a:r>
              <a:rPr lang="en-US" dirty="0"/>
              <a:t>What worked?</a:t>
            </a:r>
          </a:p>
          <a:p>
            <a:pPr lvl="1"/>
            <a:r>
              <a:rPr lang="en-US" dirty="0"/>
              <a:t>What failed?</a:t>
            </a:r>
          </a:p>
          <a:p>
            <a:pPr lvl="1"/>
            <a:r>
              <a:rPr lang="en-US" dirty="0"/>
              <a:t>What did you verify or reject?</a:t>
            </a:r>
          </a:p>
          <a:p>
            <a:pPr lvl="1"/>
            <a:r>
              <a:rPr lang="en-US" dirty="0"/>
              <a:t>Where did human judgment matter?</a:t>
            </a:r>
          </a:p>
          <a:p>
            <a:pPr lvl="1"/>
            <a:r>
              <a:rPr lang="en-US" dirty="0"/>
              <a:t>What would you do differently?</a:t>
            </a:r>
          </a:p>
          <a:p>
            <a:endParaRPr lang="en-US" dirty="0"/>
          </a:p>
          <a:p>
            <a:r>
              <a:rPr lang="en-US" dirty="0"/>
              <a:t>Your </a:t>
            </a:r>
            <a:r>
              <a:rPr lang="en-US" b="1" dirty="0"/>
              <a:t>lessons</a:t>
            </a:r>
            <a:r>
              <a:rPr lang="en-US" dirty="0"/>
              <a:t> should come primarily </a:t>
            </a:r>
            <a:r>
              <a:rPr lang="en-US" b="1" dirty="0"/>
              <a:t>from your actual project experience</a:t>
            </a:r>
          </a:p>
          <a:p>
            <a:r>
              <a:rPr lang="en-US" dirty="0"/>
              <a:t>They do not need to be universal</a:t>
            </a:r>
          </a:p>
          <a:p>
            <a:r>
              <a:rPr lang="en-US" b="1" dirty="0"/>
              <a:t>Specific lessons </a:t>
            </a:r>
            <a:r>
              <a:rPr lang="en-US" dirty="0"/>
              <a:t>from a real attempt are often more useful than generic advice about AI</a:t>
            </a:r>
          </a:p>
          <a:p>
            <a:endParaRPr lang="en-US" b="1" i="1" dirty="0">
              <a:solidFill>
                <a:srgbClr val="C00000"/>
              </a:solidFill>
            </a:endParaRPr>
          </a:p>
          <a:p>
            <a:r>
              <a:rPr lang="en-US" b="1" i="1" dirty="0">
                <a:solidFill>
                  <a:srgbClr val="C00000"/>
                </a:solidFill>
              </a:rPr>
              <a:t>Part 2: lessons learned from working with AI</a:t>
            </a:r>
          </a:p>
        </p:txBody>
      </p:sp>
      <p:sp>
        <p:nvSpPr>
          <p:cNvPr id="4" name="Slide Number Placeholder 3">
            <a:extLst>
              <a:ext uri="{FF2B5EF4-FFF2-40B4-BE49-F238E27FC236}">
                <a16:creationId xmlns:a16="http://schemas.microsoft.com/office/drawing/2014/main" id="{0C9AE1EB-35BA-AF73-6537-0AD3F8249E7C}"/>
              </a:ext>
            </a:extLst>
          </p:cNvPr>
          <p:cNvSpPr>
            <a:spLocks noGrp="1"/>
          </p:cNvSpPr>
          <p:nvPr>
            <p:ph type="sldNum" sz="quarter" idx="12"/>
          </p:nvPr>
        </p:nvSpPr>
        <p:spPr/>
        <p:txBody>
          <a:bodyPr/>
          <a:lstStyle/>
          <a:p>
            <a:fld id="{A5DE6AA6-3673-C84D-81F3-675A1FB97D0A}" type="slidenum">
              <a:rPr lang="en-US" smtClean="0"/>
              <a:t>7</a:t>
            </a:fld>
            <a:endParaRPr lang="en-US"/>
          </a:p>
        </p:txBody>
      </p:sp>
      <p:sp>
        <p:nvSpPr>
          <p:cNvPr id="5" name="Footer Placeholder 4">
            <a:extLst>
              <a:ext uri="{FF2B5EF4-FFF2-40B4-BE49-F238E27FC236}">
                <a16:creationId xmlns:a16="http://schemas.microsoft.com/office/drawing/2014/main" id="{9CAFE0B2-832F-3920-9093-3867AD53FCB0}"/>
              </a:ext>
            </a:extLst>
          </p:cNvPr>
          <p:cNvSpPr>
            <a:spLocks noGrp="1"/>
          </p:cNvSpPr>
          <p:nvPr>
            <p:ph type="ftr" sz="quarter" idx="3"/>
          </p:nvPr>
        </p:nvSpPr>
        <p:spPr/>
        <p:txBody>
          <a:bodyPr/>
          <a:lstStyle/>
          <a:p>
            <a:r>
              <a:rPr lang="pt-BR"/>
              <a:t>PolyU – DSAI1202 – AIDA – Project Intro</a:t>
            </a:r>
            <a:endParaRPr lang="en-US" dirty="0"/>
          </a:p>
        </p:txBody>
      </p:sp>
    </p:spTree>
    <p:extLst>
      <p:ext uri="{BB962C8B-B14F-4D97-AF65-F5344CB8AC3E}">
        <p14:creationId xmlns:p14="http://schemas.microsoft.com/office/powerpoint/2010/main" val="89149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animEffect transition="in" filter="fade">
                                      <p:cBhvr>
                                        <p:cTn id="7" dur="500"/>
                                        <p:tgtEl>
                                          <p:spTgt spid="3">
                                            <p:txEl>
                                              <p:pRg st="8" end="8"/>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9" end="9"/>
                                            </p:txEl>
                                          </p:spTgt>
                                        </p:tgtEl>
                                        <p:attrNameLst>
                                          <p:attrName>style.visibility</p:attrName>
                                        </p:attrNameLst>
                                      </p:cBhvr>
                                      <p:to>
                                        <p:strVal val="visible"/>
                                      </p:to>
                                    </p:set>
                                    <p:animEffect transition="in" filter="fade">
                                      <p:cBhvr>
                                        <p:cTn id="10" dur="500"/>
                                        <p:tgtEl>
                                          <p:spTgt spid="3">
                                            <p:txEl>
                                              <p:pRg st="9" end="9"/>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10" end="10"/>
                                            </p:txEl>
                                          </p:spTgt>
                                        </p:tgtEl>
                                        <p:attrNameLst>
                                          <p:attrName>style.visibility</p:attrName>
                                        </p:attrNameLst>
                                      </p:cBhvr>
                                      <p:to>
                                        <p:strVal val="visible"/>
                                      </p:to>
                                    </p:set>
                                    <p:animEffect transition="in" filter="fade">
                                      <p:cBhvr>
                                        <p:cTn id="13" dur="500"/>
                                        <p:tgtEl>
                                          <p:spTgt spid="3">
                                            <p:txEl>
                                              <p:pRg st="10" end="1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12" end="12"/>
                                            </p:txEl>
                                          </p:spTgt>
                                        </p:tgtEl>
                                        <p:attrNameLst>
                                          <p:attrName>style.visibility</p:attrName>
                                        </p:attrNameLst>
                                      </p:cBhvr>
                                      <p:to>
                                        <p:strVal val="visible"/>
                                      </p:to>
                                    </p:set>
                                    <p:animEffect transition="in" filter="fade">
                                      <p:cBhvr>
                                        <p:cTn id="18"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C91EE-F2B7-CAAC-ED89-AFF789A95FB2}"/>
              </a:ext>
            </a:extLst>
          </p:cNvPr>
          <p:cNvSpPr>
            <a:spLocks noGrp="1"/>
          </p:cNvSpPr>
          <p:nvPr>
            <p:ph type="title"/>
          </p:nvPr>
        </p:nvSpPr>
        <p:spPr/>
        <p:txBody>
          <a:bodyPr/>
          <a:lstStyle/>
          <a:p>
            <a:r>
              <a:rPr lang="en-US" dirty="0"/>
              <a:t>Group Formation (Week 4)</a:t>
            </a:r>
          </a:p>
        </p:txBody>
      </p:sp>
      <p:sp>
        <p:nvSpPr>
          <p:cNvPr id="3" name="Content Placeholder 2">
            <a:extLst>
              <a:ext uri="{FF2B5EF4-FFF2-40B4-BE49-F238E27FC236}">
                <a16:creationId xmlns:a16="http://schemas.microsoft.com/office/drawing/2014/main" id="{8E71C14E-0EE0-1C15-6322-E1C98E8EC1A1}"/>
              </a:ext>
            </a:extLst>
          </p:cNvPr>
          <p:cNvSpPr>
            <a:spLocks noGrp="1"/>
          </p:cNvSpPr>
          <p:nvPr>
            <p:ph idx="1"/>
          </p:nvPr>
        </p:nvSpPr>
        <p:spPr/>
        <p:txBody>
          <a:bodyPr/>
          <a:lstStyle/>
          <a:p>
            <a:endParaRPr lang="en-US" dirty="0"/>
          </a:p>
          <a:p>
            <a:endParaRPr lang="en-US" dirty="0"/>
          </a:p>
          <a:p>
            <a:endParaRPr lang="en-US" dirty="0"/>
          </a:p>
          <a:p>
            <a:endParaRPr lang="en-US" dirty="0"/>
          </a:p>
          <a:p>
            <a:endParaRPr lang="en-US" dirty="0"/>
          </a:p>
          <a:p>
            <a:endParaRPr lang="en-US" dirty="0"/>
          </a:p>
          <a:p>
            <a:r>
              <a:rPr lang="en-US" dirty="0"/>
              <a:t>By the end of Week 4, you should form groups</a:t>
            </a:r>
          </a:p>
          <a:p>
            <a:pPr lvl="1"/>
            <a:r>
              <a:rPr lang="en-US" dirty="0"/>
              <a:t>Each group should have 4–5 students</a:t>
            </a:r>
          </a:p>
          <a:p>
            <a:pPr lvl="1"/>
            <a:r>
              <a:rPr lang="en-US" dirty="0"/>
              <a:t>Form your own groups</a:t>
            </a:r>
          </a:p>
          <a:p>
            <a:pPr lvl="1"/>
            <a:r>
              <a:rPr lang="en-US" dirty="0"/>
              <a:t>Get to know your classmates and learn to work with people you may not know yet</a:t>
            </a:r>
          </a:p>
          <a:p>
            <a:pPr lvl="1"/>
            <a:r>
              <a:rPr lang="en-US" dirty="0"/>
              <a:t>Join the correct Canvas Project Group Set for your lecture class (either LEC007 or LEC008)</a:t>
            </a:r>
          </a:p>
          <a:p>
            <a:pPr lvl="1"/>
            <a:r>
              <a:rPr lang="en-US" dirty="0"/>
              <a:t>Decide on a team leader of your group</a:t>
            </a:r>
          </a:p>
        </p:txBody>
      </p:sp>
      <p:sp>
        <p:nvSpPr>
          <p:cNvPr id="4" name="Slide Number Placeholder 3">
            <a:extLst>
              <a:ext uri="{FF2B5EF4-FFF2-40B4-BE49-F238E27FC236}">
                <a16:creationId xmlns:a16="http://schemas.microsoft.com/office/drawing/2014/main" id="{B8D0CC6D-B9D6-13EC-5BF4-6067F5236F9E}"/>
              </a:ext>
            </a:extLst>
          </p:cNvPr>
          <p:cNvSpPr>
            <a:spLocks noGrp="1"/>
          </p:cNvSpPr>
          <p:nvPr>
            <p:ph type="sldNum" sz="quarter" idx="12"/>
          </p:nvPr>
        </p:nvSpPr>
        <p:spPr/>
        <p:txBody>
          <a:bodyPr/>
          <a:lstStyle/>
          <a:p>
            <a:fld id="{A5DE6AA6-3673-C84D-81F3-675A1FB97D0A}" type="slidenum">
              <a:rPr lang="en-US" smtClean="0"/>
              <a:t>8</a:t>
            </a:fld>
            <a:endParaRPr lang="en-US"/>
          </a:p>
        </p:txBody>
      </p:sp>
      <p:sp>
        <p:nvSpPr>
          <p:cNvPr id="5" name="Footer Placeholder 4">
            <a:extLst>
              <a:ext uri="{FF2B5EF4-FFF2-40B4-BE49-F238E27FC236}">
                <a16:creationId xmlns:a16="http://schemas.microsoft.com/office/drawing/2014/main" id="{1B482937-DC49-67D9-2246-1E22711ECF0C}"/>
              </a:ext>
            </a:extLst>
          </p:cNvPr>
          <p:cNvSpPr>
            <a:spLocks noGrp="1"/>
          </p:cNvSpPr>
          <p:nvPr>
            <p:ph type="ftr" sz="quarter" idx="3"/>
          </p:nvPr>
        </p:nvSpPr>
        <p:spPr/>
        <p:txBody>
          <a:bodyPr/>
          <a:lstStyle/>
          <a:p>
            <a:r>
              <a:rPr lang="pt-BR"/>
              <a:t>PolyU – DSAI1202 – AIDA – Project Intro</a:t>
            </a:r>
            <a:endParaRPr lang="en-US" dirty="0"/>
          </a:p>
        </p:txBody>
      </p:sp>
      <p:pic>
        <p:nvPicPr>
          <p:cNvPr id="11" name="Picture 10">
            <a:extLst>
              <a:ext uri="{FF2B5EF4-FFF2-40B4-BE49-F238E27FC236}">
                <a16:creationId xmlns:a16="http://schemas.microsoft.com/office/drawing/2014/main" id="{7152989F-64C6-4C4B-311D-3C48FAF96E0C}"/>
              </a:ext>
            </a:extLst>
          </p:cNvPr>
          <p:cNvPicPr>
            <a:picLocks noChangeAspect="1"/>
          </p:cNvPicPr>
          <p:nvPr/>
        </p:nvPicPr>
        <p:blipFill>
          <a:blip r:embed="rId2"/>
          <a:srcRect t="24526" b="5824"/>
          <a:stretch/>
        </p:blipFill>
        <p:spPr>
          <a:xfrm>
            <a:off x="1082363" y="1271631"/>
            <a:ext cx="10027272" cy="2327988"/>
          </a:xfrm>
          <a:prstGeom prst="rect">
            <a:avLst/>
          </a:prstGeom>
        </p:spPr>
      </p:pic>
    </p:spTree>
    <p:extLst>
      <p:ext uri="{BB962C8B-B14F-4D97-AF65-F5344CB8AC3E}">
        <p14:creationId xmlns:p14="http://schemas.microsoft.com/office/powerpoint/2010/main" val="19444015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DA191-9D3D-4928-2958-5287AEF2D262}"/>
              </a:ext>
            </a:extLst>
          </p:cNvPr>
          <p:cNvSpPr>
            <a:spLocks noGrp="1"/>
          </p:cNvSpPr>
          <p:nvPr>
            <p:ph type="title"/>
          </p:nvPr>
        </p:nvSpPr>
        <p:spPr/>
        <p:txBody>
          <a:bodyPr/>
          <a:lstStyle/>
          <a:p>
            <a:r>
              <a:rPr lang="en-US" dirty="0"/>
              <a:t>Topic Pitch (Week 6)</a:t>
            </a:r>
          </a:p>
        </p:txBody>
      </p:sp>
      <p:sp>
        <p:nvSpPr>
          <p:cNvPr id="3" name="Content Placeholder 2">
            <a:extLst>
              <a:ext uri="{FF2B5EF4-FFF2-40B4-BE49-F238E27FC236}">
                <a16:creationId xmlns:a16="http://schemas.microsoft.com/office/drawing/2014/main" id="{BDA3F474-0338-9A30-A4DD-195F694C7E14}"/>
              </a:ext>
            </a:extLst>
          </p:cNvPr>
          <p:cNvSpPr>
            <a:spLocks noGrp="1"/>
          </p:cNvSpPr>
          <p:nvPr>
            <p:ph idx="1"/>
          </p:nvPr>
        </p:nvSpPr>
        <p:spPr>
          <a:xfrm>
            <a:off x="595745" y="1198984"/>
            <a:ext cx="11000509" cy="5353245"/>
          </a:xfrm>
        </p:spPr>
        <p:txBody>
          <a:bodyPr>
            <a:normAutofit fontScale="92500" lnSpcReduction="20000"/>
          </a:bodyPr>
          <a:lstStyle/>
          <a:p>
            <a:endParaRPr lang="en-US" dirty="0"/>
          </a:p>
          <a:p>
            <a:endParaRPr lang="en-US" dirty="0"/>
          </a:p>
          <a:p>
            <a:endParaRPr lang="en-US" dirty="0"/>
          </a:p>
          <a:p>
            <a:endParaRPr lang="en-US" dirty="0"/>
          </a:p>
          <a:p>
            <a:endParaRPr lang="en-US" dirty="0"/>
          </a:p>
          <a:p>
            <a:endParaRPr lang="en-US" dirty="0"/>
          </a:p>
          <a:p>
            <a:endParaRPr lang="en-US" dirty="0"/>
          </a:p>
          <a:p>
            <a:r>
              <a:rPr lang="en-US" dirty="0"/>
              <a:t>Week 6’s lecture will be devoted to topic pitch</a:t>
            </a:r>
          </a:p>
          <a:p>
            <a:pPr lvl="1"/>
            <a:r>
              <a:rPr lang="en-US" sz="1900" dirty="0">
                <a:effectLst/>
                <a:latin typeface="Calibri" panose="020F0502020204030204" pitchFamily="34" charset="0"/>
                <a:ea typeface="MS Mincho" panose="02020609040205080304" pitchFamily="49" charset="-128"/>
                <a:cs typeface="Times New Roman" panose="02020603050405020304" pitchFamily="18" charset="0"/>
              </a:rPr>
              <a:t>Each group will briefly present its current project idea to the class by the team leader</a:t>
            </a:r>
          </a:p>
          <a:p>
            <a:pPr lvl="1"/>
            <a:r>
              <a:rPr lang="en-US" sz="1900" dirty="0">
                <a:effectLst/>
                <a:latin typeface="Calibri" panose="020F0502020204030204" pitchFamily="34" charset="0"/>
                <a:ea typeface="MS Mincho" panose="02020609040205080304" pitchFamily="49" charset="-128"/>
                <a:cs typeface="Times New Roman" panose="02020603050405020304" pitchFamily="18" charset="0"/>
              </a:rPr>
              <a:t>2 minutes’ presentation + 2 minutes’ short questions or comments from classmates</a:t>
            </a:r>
          </a:p>
          <a:p>
            <a:pPr lvl="1"/>
            <a:r>
              <a:rPr lang="en-US" sz="1900" dirty="0">
                <a:latin typeface="Calibri" panose="020F0502020204030204" pitchFamily="34" charset="0"/>
                <a:ea typeface="MS Mincho" panose="02020609040205080304" pitchFamily="49" charset="-128"/>
                <a:cs typeface="Times New Roman" panose="02020603050405020304" pitchFamily="18" charset="0"/>
              </a:rPr>
              <a:t>Answer three questions: (1) </a:t>
            </a:r>
            <a:r>
              <a:rPr lang="en-US" sz="1900" dirty="0">
                <a:effectLst/>
                <a:latin typeface="Calibri" panose="020F0502020204030204" pitchFamily="34" charset="0"/>
                <a:ea typeface="MS Mincho" panose="02020609040205080304" pitchFamily="49" charset="-128"/>
                <a:cs typeface="Times New Roman" panose="02020603050405020304" pitchFamily="18" charset="0"/>
              </a:rPr>
              <a:t>What do you want to do? (2) Why do you find it interesting? (3) How might AI help? </a:t>
            </a:r>
          </a:p>
          <a:p>
            <a:pPr lvl="1"/>
            <a:r>
              <a:rPr lang="en-US" sz="1900" dirty="0">
                <a:effectLst/>
                <a:latin typeface="Calibri" panose="020F0502020204030204" pitchFamily="34" charset="0"/>
                <a:ea typeface="MS Mincho" panose="02020609040205080304" pitchFamily="49" charset="-128"/>
                <a:cs typeface="Times New Roman" panose="02020603050405020304" pitchFamily="18" charset="0"/>
              </a:rPr>
              <a:t>The Week 6 pitch is an idea test, </a:t>
            </a:r>
            <a:r>
              <a:rPr lang="en-US" sz="1900" b="1" dirty="0">
                <a:effectLst/>
                <a:latin typeface="Calibri" panose="020F0502020204030204" pitchFamily="34" charset="0"/>
                <a:ea typeface="MS Mincho" panose="02020609040205080304" pitchFamily="49" charset="-128"/>
                <a:cs typeface="Times New Roman" panose="02020603050405020304" pitchFamily="18" charset="0"/>
              </a:rPr>
              <a:t>not a final commitment</a:t>
            </a:r>
            <a:r>
              <a:rPr lang="en-US" sz="1900" dirty="0">
                <a:effectLst/>
                <a:latin typeface="Calibri" panose="020F0502020204030204" pitchFamily="34" charset="0"/>
                <a:ea typeface="MS Mincho" panose="02020609040205080304" pitchFamily="49" charset="-128"/>
                <a:cs typeface="Times New Roman" panose="02020603050405020304" pitchFamily="18" charset="0"/>
              </a:rPr>
              <a:t>. You may refine or completely change your direction after hearing questions and seeing other groups’ ideas</a:t>
            </a:r>
          </a:p>
          <a:p>
            <a:pPr lvl="1"/>
            <a:r>
              <a:rPr lang="en-US" sz="1900" dirty="0">
                <a:latin typeface="Calibri" panose="020F0502020204030204" pitchFamily="34" charset="0"/>
                <a:ea typeface="MS Mincho" panose="02020609040205080304" pitchFamily="49" charset="-128"/>
                <a:cs typeface="Times New Roman" panose="02020603050405020304" pitchFamily="18" charset="0"/>
              </a:rPr>
              <a:t>The final topic will be fixed on 10 October, the end of Week 6</a:t>
            </a:r>
          </a:p>
          <a:p>
            <a:pPr lvl="1"/>
            <a:r>
              <a:rPr lang="en-US" sz="1900" b="1" dirty="0">
                <a:solidFill>
                  <a:srgbClr val="C00000"/>
                </a:solidFill>
              </a:rPr>
              <a:t>Complete the pitch → 5 marks. Topic quality is not graded</a:t>
            </a:r>
            <a:endParaRPr lang="en-US" sz="1900" dirty="0"/>
          </a:p>
        </p:txBody>
      </p:sp>
      <p:sp>
        <p:nvSpPr>
          <p:cNvPr id="4" name="Slide Number Placeholder 3">
            <a:extLst>
              <a:ext uri="{FF2B5EF4-FFF2-40B4-BE49-F238E27FC236}">
                <a16:creationId xmlns:a16="http://schemas.microsoft.com/office/drawing/2014/main" id="{10D1FEFA-D4D5-3B33-F17D-CC23E8667DF9}"/>
              </a:ext>
            </a:extLst>
          </p:cNvPr>
          <p:cNvSpPr>
            <a:spLocks noGrp="1"/>
          </p:cNvSpPr>
          <p:nvPr>
            <p:ph type="sldNum" sz="quarter" idx="12"/>
          </p:nvPr>
        </p:nvSpPr>
        <p:spPr/>
        <p:txBody>
          <a:bodyPr/>
          <a:lstStyle/>
          <a:p>
            <a:fld id="{A5DE6AA6-3673-C84D-81F3-675A1FB97D0A}" type="slidenum">
              <a:rPr lang="en-US" smtClean="0"/>
              <a:t>9</a:t>
            </a:fld>
            <a:endParaRPr lang="en-US"/>
          </a:p>
        </p:txBody>
      </p:sp>
      <p:sp>
        <p:nvSpPr>
          <p:cNvPr id="5" name="Footer Placeholder 4">
            <a:extLst>
              <a:ext uri="{FF2B5EF4-FFF2-40B4-BE49-F238E27FC236}">
                <a16:creationId xmlns:a16="http://schemas.microsoft.com/office/drawing/2014/main" id="{B1D78A5F-14C7-0D04-61C4-205FC9E62598}"/>
              </a:ext>
            </a:extLst>
          </p:cNvPr>
          <p:cNvSpPr>
            <a:spLocks noGrp="1"/>
          </p:cNvSpPr>
          <p:nvPr>
            <p:ph type="ftr" sz="quarter" idx="3"/>
          </p:nvPr>
        </p:nvSpPr>
        <p:spPr/>
        <p:txBody>
          <a:bodyPr/>
          <a:lstStyle/>
          <a:p>
            <a:r>
              <a:rPr lang="pt-BR"/>
              <a:t>PolyU – DSAI1202 – AIDA – Project Intro</a:t>
            </a:r>
            <a:endParaRPr lang="en-US" dirty="0"/>
          </a:p>
        </p:txBody>
      </p:sp>
      <p:pic>
        <p:nvPicPr>
          <p:cNvPr id="7" name="Picture 6">
            <a:extLst>
              <a:ext uri="{FF2B5EF4-FFF2-40B4-BE49-F238E27FC236}">
                <a16:creationId xmlns:a16="http://schemas.microsoft.com/office/drawing/2014/main" id="{52144B34-2483-324F-11C1-B6062F8092CF}"/>
              </a:ext>
            </a:extLst>
          </p:cNvPr>
          <p:cNvPicPr>
            <a:picLocks noChangeAspect="1"/>
          </p:cNvPicPr>
          <p:nvPr/>
        </p:nvPicPr>
        <p:blipFill>
          <a:blip r:embed="rId2"/>
          <a:srcRect t="24526" b="5824"/>
          <a:stretch/>
        </p:blipFill>
        <p:spPr>
          <a:xfrm>
            <a:off x="1082363" y="1161557"/>
            <a:ext cx="10027272" cy="2327988"/>
          </a:xfrm>
          <a:prstGeom prst="rect">
            <a:avLst/>
          </a:prstGeom>
        </p:spPr>
      </p:pic>
    </p:spTree>
    <p:extLst>
      <p:ext uri="{BB962C8B-B14F-4D97-AF65-F5344CB8AC3E}">
        <p14:creationId xmlns:p14="http://schemas.microsoft.com/office/powerpoint/2010/main" val="40622774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68C32-F540-60BC-6A83-4DA600DE02CE}"/>
              </a:ext>
            </a:extLst>
          </p:cNvPr>
          <p:cNvSpPr>
            <a:spLocks noGrp="1"/>
          </p:cNvSpPr>
          <p:nvPr>
            <p:ph type="title"/>
          </p:nvPr>
        </p:nvSpPr>
        <p:spPr/>
        <p:txBody>
          <a:bodyPr/>
          <a:lstStyle/>
          <a:p>
            <a:r>
              <a:rPr lang="en-US" dirty="0"/>
              <a:t>What Do You Submit? (Week 11)</a:t>
            </a:r>
          </a:p>
        </p:txBody>
      </p:sp>
      <p:sp>
        <p:nvSpPr>
          <p:cNvPr id="3" name="Content Placeholder 2">
            <a:extLst>
              <a:ext uri="{FF2B5EF4-FFF2-40B4-BE49-F238E27FC236}">
                <a16:creationId xmlns:a16="http://schemas.microsoft.com/office/drawing/2014/main" id="{E4FDAE3B-6B37-9296-BB91-C394838B7DD2}"/>
              </a:ext>
            </a:extLst>
          </p:cNvPr>
          <p:cNvSpPr>
            <a:spLocks noGrp="1"/>
          </p:cNvSpPr>
          <p:nvPr>
            <p:ph idx="1"/>
          </p:nvPr>
        </p:nvSpPr>
        <p:spPr/>
        <p:txBody>
          <a:bodyPr/>
          <a:lstStyle/>
          <a:p>
            <a:r>
              <a:rPr lang="en-US" dirty="0"/>
              <a:t>Then, you will conduct the project work mainly in four weeks (W7-10)</a:t>
            </a:r>
          </a:p>
          <a:p>
            <a:r>
              <a:rPr lang="en-US" dirty="0"/>
              <a:t>By the end of Week 11 (14 November), you will submit</a:t>
            </a:r>
          </a:p>
          <a:p>
            <a:endParaRPr lang="en-US" dirty="0"/>
          </a:p>
        </p:txBody>
      </p:sp>
      <p:sp>
        <p:nvSpPr>
          <p:cNvPr id="4" name="Slide Number Placeholder 3">
            <a:extLst>
              <a:ext uri="{FF2B5EF4-FFF2-40B4-BE49-F238E27FC236}">
                <a16:creationId xmlns:a16="http://schemas.microsoft.com/office/drawing/2014/main" id="{59E9A103-4B9B-50BD-AB78-0EC0F9DDCF06}"/>
              </a:ext>
            </a:extLst>
          </p:cNvPr>
          <p:cNvSpPr>
            <a:spLocks noGrp="1"/>
          </p:cNvSpPr>
          <p:nvPr>
            <p:ph type="sldNum" sz="quarter" idx="12"/>
          </p:nvPr>
        </p:nvSpPr>
        <p:spPr/>
        <p:txBody>
          <a:bodyPr/>
          <a:lstStyle/>
          <a:p>
            <a:fld id="{A5DE6AA6-3673-C84D-81F3-675A1FB97D0A}" type="slidenum">
              <a:rPr lang="en-US" smtClean="0"/>
              <a:t>10</a:t>
            </a:fld>
            <a:endParaRPr lang="en-US"/>
          </a:p>
        </p:txBody>
      </p:sp>
      <p:sp>
        <p:nvSpPr>
          <p:cNvPr id="5" name="Footer Placeholder 4">
            <a:extLst>
              <a:ext uri="{FF2B5EF4-FFF2-40B4-BE49-F238E27FC236}">
                <a16:creationId xmlns:a16="http://schemas.microsoft.com/office/drawing/2014/main" id="{82BEE897-3074-A0C6-DF45-E21FC89A93B7}"/>
              </a:ext>
            </a:extLst>
          </p:cNvPr>
          <p:cNvSpPr>
            <a:spLocks noGrp="1"/>
          </p:cNvSpPr>
          <p:nvPr>
            <p:ph type="ftr" sz="quarter" idx="3"/>
          </p:nvPr>
        </p:nvSpPr>
        <p:spPr/>
        <p:txBody>
          <a:bodyPr/>
          <a:lstStyle/>
          <a:p>
            <a:r>
              <a:rPr lang="pt-BR"/>
              <a:t>PolyU – DSAI1202 – AIDA – Project Intro</a:t>
            </a:r>
            <a:endParaRPr lang="en-US" dirty="0"/>
          </a:p>
        </p:txBody>
      </p:sp>
      <p:pic>
        <p:nvPicPr>
          <p:cNvPr id="7" name="Picture 6">
            <a:extLst>
              <a:ext uri="{FF2B5EF4-FFF2-40B4-BE49-F238E27FC236}">
                <a16:creationId xmlns:a16="http://schemas.microsoft.com/office/drawing/2014/main" id="{766A9239-6CD3-4432-44DD-A7EBC5E9A85D}"/>
              </a:ext>
            </a:extLst>
          </p:cNvPr>
          <p:cNvPicPr>
            <a:picLocks noChangeAspect="1"/>
          </p:cNvPicPr>
          <p:nvPr/>
        </p:nvPicPr>
        <p:blipFill>
          <a:blip r:embed="rId2"/>
          <a:srcRect t="6964" b="7430"/>
          <a:stretch/>
        </p:blipFill>
        <p:spPr>
          <a:xfrm>
            <a:off x="1818086" y="2382099"/>
            <a:ext cx="8555827" cy="4013462"/>
          </a:xfrm>
          <a:prstGeom prst="rect">
            <a:avLst/>
          </a:prstGeom>
        </p:spPr>
      </p:pic>
    </p:spTree>
    <p:extLst>
      <p:ext uri="{BB962C8B-B14F-4D97-AF65-F5344CB8AC3E}">
        <p14:creationId xmlns:p14="http://schemas.microsoft.com/office/powerpoint/2010/main" val="13011440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EB458-312B-AA60-97F7-69D79D0FD574}"/>
              </a:ext>
            </a:extLst>
          </p:cNvPr>
          <p:cNvSpPr>
            <a:spLocks noGrp="1"/>
          </p:cNvSpPr>
          <p:nvPr>
            <p:ph type="title"/>
          </p:nvPr>
        </p:nvSpPr>
        <p:spPr/>
        <p:txBody>
          <a:bodyPr/>
          <a:lstStyle/>
          <a:p>
            <a:r>
              <a:rPr lang="en-US" dirty="0"/>
              <a:t>How is it Graded?</a:t>
            </a:r>
          </a:p>
        </p:txBody>
      </p:sp>
      <p:sp>
        <p:nvSpPr>
          <p:cNvPr id="4" name="Slide Number Placeholder 3">
            <a:extLst>
              <a:ext uri="{FF2B5EF4-FFF2-40B4-BE49-F238E27FC236}">
                <a16:creationId xmlns:a16="http://schemas.microsoft.com/office/drawing/2014/main" id="{8A295152-A258-E76C-2FCA-4C087EEFEEAD}"/>
              </a:ext>
            </a:extLst>
          </p:cNvPr>
          <p:cNvSpPr>
            <a:spLocks noGrp="1"/>
          </p:cNvSpPr>
          <p:nvPr>
            <p:ph type="sldNum" sz="quarter" idx="12"/>
          </p:nvPr>
        </p:nvSpPr>
        <p:spPr/>
        <p:txBody>
          <a:bodyPr/>
          <a:lstStyle/>
          <a:p>
            <a:fld id="{A5DE6AA6-3673-C84D-81F3-675A1FB97D0A}" type="slidenum">
              <a:rPr lang="en-US" smtClean="0"/>
              <a:t>11</a:t>
            </a:fld>
            <a:endParaRPr lang="en-US"/>
          </a:p>
        </p:txBody>
      </p:sp>
      <p:sp>
        <p:nvSpPr>
          <p:cNvPr id="5" name="Footer Placeholder 4">
            <a:extLst>
              <a:ext uri="{FF2B5EF4-FFF2-40B4-BE49-F238E27FC236}">
                <a16:creationId xmlns:a16="http://schemas.microsoft.com/office/drawing/2014/main" id="{C87DA19E-E64B-AA79-9F5D-3D2368679659}"/>
              </a:ext>
            </a:extLst>
          </p:cNvPr>
          <p:cNvSpPr>
            <a:spLocks noGrp="1"/>
          </p:cNvSpPr>
          <p:nvPr>
            <p:ph type="ftr" sz="quarter" idx="3"/>
          </p:nvPr>
        </p:nvSpPr>
        <p:spPr/>
        <p:txBody>
          <a:bodyPr/>
          <a:lstStyle/>
          <a:p>
            <a:r>
              <a:rPr lang="pt-BR"/>
              <a:t>PolyU – DSAI1202 – AIDA – Project Intro</a:t>
            </a:r>
            <a:endParaRPr lang="en-US" dirty="0"/>
          </a:p>
        </p:txBody>
      </p:sp>
      <p:graphicFrame>
        <p:nvGraphicFramePr>
          <p:cNvPr id="7" name="Table 6">
            <a:extLst>
              <a:ext uri="{FF2B5EF4-FFF2-40B4-BE49-F238E27FC236}">
                <a16:creationId xmlns:a16="http://schemas.microsoft.com/office/drawing/2014/main" id="{DEB5F693-9054-C929-C795-53835646DF6A}"/>
              </a:ext>
            </a:extLst>
          </p:cNvPr>
          <p:cNvGraphicFramePr>
            <a:graphicFrameLocks noGrp="1"/>
          </p:cNvGraphicFramePr>
          <p:nvPr>
            <p:extLst>
              <p:ext uri="{D42A27DB-BD31-4B8C-83A1-F6EECF244321}">
                <p14:modId xmlns:p14="http://schemas.microsoft.com/office/powerpoint/2010/main" val="4221222137"/>
              </p:ext>
            </p:extLst>
          </p:nvPr>
        </p:nvGraphicFramePr>
        <p:xfrm>
          <a:off x="2601154" y="2211057"/>
          <a:ext cx="6989691" cy="1981200"/>
        </p:xfrm>
        <a:graphic>
          <a:graphicData uri="http://schemas.openxmlformats.org/drawingml/2006/table">
            <a:tbl>
              <a:tblPr firstRow="1" bandRow="1">
                <a:tableStyleId>{5C22544A-7EE6-4342-B048-85BDC9FD1C3A}</a:tableStyleId>
              </a:tblPr>
              <a:tblGrid>
                <a:gridCol w="4229328">
                  <a:extLst>
                    <a:ext uri="{9D8B030D-6E8A-4147-A177-3AD203B41FA5}">
                      <a16:colId xmlns:a16="http://schemas.microsoft.com/office/drawing/2014/main" val="746384528"/>
                    </a:ext>
                  </a:extLst>
                </a:gridCol>
                <a:gridCol w="2760363">
                  <a:extLst>
                    <a:ext uri="{9D8B030D-6E8A-4147-A177-3AD203B41FA5}">
                      <a16:colId xmlns:a16="http://schemas.microsoft.com/office/drawing/2014/main" val="98690807"/>
                    </a:ext>
                  </a:extLst>
                </a:gridCol>
              </a:tblGrid>
              <a:tr h="311520">
                <a:tc>
                  <a:txBody>
                    <a:bodyPr/>
                    <a:lstStyle/>
                    <a:p>
                      <a:pPr algn="ctr"/>
                      <a:r>
                        <a:rPr lang="en-US" sz="2000" dirty="0"/>
                        <a:t>Component</a:t>
                      </a:r>
                    </a:p>
                  </a:txBody>
                  <a:tcPr anchor="ctr"/>
                </a:tc>
                <a:tc>
                  <a:txBody>
                    <a:bodyPr/>
                    <a:lstStyle/>
                    <a:p>
                      <a:pPr algn="ctr"/>
                      <a:r>
                        <a:rPr lang="en-US" sz="2000" dirty="0"/>
                        <a:t>Marks</a:t>
                      </a:r>
                    </a:p>
                  </a:txBody>
                  <a:tcPr anchor="ctr"/>
                </a:tc>
                <a:extLst>
                  <a:ext uri="{0D108BD9-81ED-4DB2-BD59-A6C34878D82A}">
                    <a16:rowId xmlns:a16="http://schemas.microsoft.com/office/drawing/2014/main" val="2713385853"/>
                  </a:ext>
                </a:extLst>
              </a:tr>
              <a:tr h="311520">
                <a:tc>
                  <a:txBody>
                    <a:bodyPr/>
                    <a:lstStyle/>
                    <a:p>
                      <a:pPr algn="ctr"/>
                      <a:r>
                        <a:rPr lang="en-US" sz="2000" dirty="0"/>
                        <a:t>Topic pitch</a:t>
                      </a:r>
                    </a:p>
                  </a:txBody>
                  <a:tcPr anchor="ctr"/>
                </a:tc>
                <a:tc>
                  <a:txBody>
                    <a:bodyPr/>
                    <a:lstStyle/>
                    <a:p>
                      <a:pPr algn="ctr"/>
                      <a:r>
                        <a:rPr lang="en-US" sz="2000" dirty="0"/>
                        <a:t>5</a:t>
                      </a:r>
                    </a:p>
                  </a:txBody>
                  <a:tcPr anchor="ctr"/>
                </a:tc>
                <a:extLst>
                  <a:ext uri="{0D108BD9-81ED-4DB2-BD59-A6C34878D82A}">
                    <a16:rowId xmlns:a16="http://schemas.microsoft.com/office/drawing/2014/main" val="2697134861"/>
                  </a:ext>
                </a:extLst>
              </a:tr>
              <a:tr h="311520">
                <a:tc>
                  <a:txBody>
                    <a:bodyPr/>
                    <a:lstStyle/>
                    <a:p>
                      <a:pPr algn="ctr"/>
                      <a:r>
                        <a:rPr lang="en-US" sz="2000" dirty="0"/>
                        <a:t>What you did</a:t>
                      </a:r>
                    </a:p>
                  </a:txBody>
                  <a:tcPr anchor="ctr"/>
                </a:tc>
                <a:tc>
                  <a:txBody>
                    <a:bodyPr/>
                    <a:lstStyle/>
                    <a:p>
                      <a:pPr algn="ctr"/>
                      <a:r>
                        <a:rPr lang="en-US" sz="2000" dirty="0"/>
                        <a:t>10</a:t>
                      </a:r>
                    </a:p>
                  </a:txBody>
                  <a:tcPr anchor="ctr"/>
                </a:tc>
                <a:extLst>
                  <a:ext uri="{0D108BD9-81ED-4DB2-BD59-A6C34878D82A}">
                    <a16:rowId xmlns:a16="http://schemas.microsoft.com/office/drawing/2014/main" val="1618974376"/>
                  </a:ext>
                </a:extLst>
              </a:tr>
              <a:tr h="311520">
                <a:tc>
                  <a:txBody>
                    <a:bodyPr/>
                    <a:lstStyle/>
                    <a:p>
                      <a:pPr algn="ctr"/>
                      <a:r>
                        <a:rPr lang="en-US" sz="2000" dirty="0"/>
                        <a:t>Lessons learned from using AI</a:t>
                      </a:r>
                    </a:p>
                  </a:txBody>
                  <a:tcPr anchor="ctr"/>
                </a:tc>
                <a:tc>
                  <a:txBody>
                    <a:bodyPr/>
                    <a:lstStyle/>
                    <a:p>
                      <a:pPr algn="ctr"/>
                      <a:r>
                        <a:rPr lang="en-US" sz="2000" dirty="0"/>
                        <a:t>10</a:t>
                      </a:r>
                    </a:p>
                  </a:txBody>
                  <a:tcPr anchor="ctr"/>
                </a:tc>
                <a:extLst>
                  <a:ext uri="{0D108BD9-81ED-4DB2-BD59-A6C34878D82A}">
                    <a16:rowId xmlns:a16="http://schemas.microsoft.com/office/drawing/2014/main" val="501264463"/>
                  </a:ext>
                </a:extLst>
              </a:tr>
              <a:tr h="311520">
                <a:tc>
                  <a:txBody>
                    <a:bodyPr/>
                    <a:lstStyle/>
                    <a:p>
                      <a:pPr algn="ctr"/>
                      <a:r>
                        <a:rPr lang="en-US" sz="2000" dirty="0"/>
                        <a:t>Total</a:t>
                      </a:r>
                    </a:p>
                  </a:txBody>
                  <a:tcPr anchor="ctr"/>
                </a:tc>
                <a:tc>
                  <a:txBody>
                    <a:bodyPr/>
                    <a:lstStyle/>
                    <a:p>
                      <a:pPr algn="ctr"/>
                      <a:r>
                        <a:rPr lang="en-US" sz="2000" dirty="0"/>
                        <a:t>25</a:t>
                      </a:r>
                    </a:p>
                  </a:txBody>
                  <a:tcPr anchor="ctr"/>
                </a:tc>
                <a:extLst>
                  <a:ext uri="{0D108BD9-81ED-4DB2-BD59-A6C34878D82A}">
                    <a16:rowId xmlns:a16="http://schemas.microsoft.com/office/drawing/2014/main" val="2334227039"/>
                  </a:ext>
                </a:extLst>
              </a:tr>
            </a:tbl>
          </a:graphicData>
        </a:graphic>
      </p:graphicFrame>
      <p:sp>
        <p:nvSpPr>
          <p:cNvPr id="12" name="TextBox 11">
            <a:extLst>
              <a:ext uri="{FF2B5EF4-FFF2-40B4-BE49-F238E27FC236}">
                <a16:creationId xmlns:a16="http://schemas.microsoft.com/office/drawing/2014/main" id="{0FA14AE8-4683-3CF3-D39A-29069F56B8E1}"/>
              </a:ext>
            </a:extLst>
          </p:cNvPr>
          <p:cNvSpPr txBox="1"/>
          <p:nvPr/>
        </p:nvSpPr>
        <p:spPr>
          <a:xfrm>
            <a:off x="1519037" y="4507143"/>
            <a:ext cx="9153924" cy="671915"/>
          </a:xfrm>
          <a:prstGeom prst="rect">
            <a:avLst/>
          </a:prstGeom>
          <a:noFill/>
        </p:spPr>
        <p:txBody>
          <a:bodyPr wrap="square">
            <a:spAutoFit/>
          </a:bodyPr>
          <a:lstStyle/>
          <a:p>
            <a:pPr algn="ctr">
              <a:lnSpc>
                <a:spcPct val="107000"/>
              </a:lnSpc>
              <a:spcAft>
                <a:spcPts val="500"/>
              </a:spcAft>
            </a:pPr>
            <a:r>
              <a:rPr lang="en-US" sz="1800" b="1" dirty="0">
                <a:effectLst/>
                <a:latin typeface="Calibri" panose="020F0502020204030204" pitchFamily="34" charset="0"/>
                <a:ea typeface="MS Mincho" panose="02020609040205080304" pitchFamily="49" charset="-128"/>
                <a:cs typeface="Times New Roman" panose="02020603050405020304" pitchFamily="18" charset="0"/>
              </a:rPr>
              <a:t>The Topic Pitch is completion-based. </a:t>
            </a:r>
            <a:r>
              <a:rPr lang="en-US" sz="1800" dirty="0">
                <a:effectLst/>
                <a:latin typeface="Calibri" panose="020F0502020204030204" pitchFamily="34" charset="0"/>
                <a:ea typeface="MS Mincho" panose="02020609040205080304" pitchFamily="49" charset="-128"/>
                <a:cs typeface="Times New Roman" panose="02020603050405020304" pitchFamily="18" charset="0"/>
              </a:rPr>
              <a:t>A group that gives a proper pitch receives the full 5 marks. We are not grading whether your topic sounds more impressive than another group’s topic.</a:t>
            </a:r>
          </a:p>
        </p:txBody>
      </p:sp>
    </p:spTree>
    <p:extLst>
      <p:ext uri="{BB962C8B-B14F-4D97-AF65-F5344CB8AC3E}">
        <p14:creationId xmlns:p14="http://schemas.microsoft.com/office/powerpoint/2010/main" val="5446642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EF8DF-3572-5C2D-73EC-5ED528B2FD9B}"/>
              </a:ext>
            </a:extLst>
          </p:cNvPr>
          <p:cNvSpPr>
            <a:spLocks noGrp="1"/>
          </p:cNvSpPr>
          <p:nvPr>
            <p:ph type="title"/>
          </p:nvPr>
        </p:nvSpPr>
        <p:spPr/>
        <p:txBody>
          <a:bodyPr/>
          <a:lstStyle/>
          <a:p>
            <a:r>
              <a:rPr lang="en-US" dirty="0"/>
              <a:t>How is it Graded?</a:t>
            </a:r>
          </a:p>
        </p:txBody>
      </p:sp>
      <p:sp>
        <p:nvSpPr>
          <p:cNvPr id="3" name="Content Placeholder 2">
            <a:extLst>
              <a:ext uri="{FF2B5EF4-FFF2-40B4-BE49-F238E27FC236}">
                <a16:creationId xmlns:a16="http://schemas.microsoft.com/office/drawing/2014/main" id="{019E4EE4-0826-4F2F-0AF2-0166141AF8A9}"/>
              </a:ext>
            </a:extLst>
          </p:cNvPr>
          <p:cNvSpPr>
            <a:spLocks noGrp="1"/>
          </p:cNvSpPr>
          <p:nvPr>
            <p:ph idx="1"/>
          </p:nvPr>
        </p:nvSpPr>
        <p:spPr/>
        <p:txBody>
          <a:bodyPr/>
          <a:lstStyle/>
          <a:p>
            <a:r>
              <a:rPr lang="en-US" dirty="0"/>
              <a:t>What you did? -- 10 marks</a:t>
            </a:r>
          </a:p>
        </p:txBody>
      </p:sp>
      <p:sp>
        <p:nvSpPr>
          <p:cNvPr id="4" name="Slide Number Placeholder 3">
            <a:extLst>
              <a:ext uri="{FF2B5EF4-FFF2-40B4-BE49-F238E27FC236}">
                <a16:creationId xmlns:a16="http://schemas.microsoft.com/office/drawing/2014/main" id="{7BD31D9B-CFA2-37C7-E385-4753E60FCF00}"/>
              </a:ext>
            </a:extLst>
          </p:cNvPr>
          <p:cNvSpPr>
            <a:spLocks noGrp="1"/>
          </p:cNvSpPr>
          <p:nvPr>
            <p:ph type="sldNum" sz="quarter" idx="12"/>
          </p:nvPr>
        </p:nvSpPr>
        <p:spPr/>
        <p:txBody>
          <a:bodyPr/>
          <a:lstStyle/>
          <a:p>
            <a:fld id="{A5DE6AA6-3673-C84D-81F3-675A1FB97D0A}" type="slidenum">
              <a:rPr lang="en-US" smtClean="0"/>
              <a:t>12</a:t>
            </a:fld>
            <a:endParaRPr lang="en-US"/>
          </a:p>
        </p:txBody>
      </p:sp>
      <p:sp>
        <p:nvSpPr>
          <p:cNvPr id="5" name="Footer Placeholder 4">
            <a:extLst>
              <a:ext uri="{FF2B5EF4-FFF2-40B4-BE49-F238E27FC236}">
                <a16:creationId xmlns:a16="http://schemas.microsoft.com/office/drawing/2014/main" id="{EFC3423F-BA9C-12E7-22CB-F85B6B5B1639}"/>
              </a:ext>
            </a:extLst>
          </p:cNvPr>
          <p:cNvSpPr>
            <a:spLocks noGrp="1"/>
          </p:cNvSpPr>
          <p:nvPr>
            <p:ph type="ftr" sz="quarter" idx="3"/>
          </p:nvPr>
        </p:nvSpPr>
        <p:spPr/>
        <p:txBody>
          <a:bodyPr/>
          <a:lstStyle/>
          <a:p>
            <a:r>
              <a:rPr lang="pt-BR"/>
              <a:t>PolyU – DSAI1202 – AIDA – Project Intro</a:t>
            </a:r>
            <a:endParaRPr lang="en-US" dirty="0"/>
          </a:p>
        </p:txBody>
      </p:sp>
      <p:graphicFrame>
        <p:nvGraphicFramePr>
          <p:cNvPr id="7" name="Table 6">
            <a:extLst>
              <a:ext uri="{FF2B5EF4-FFF2-40B4-BE49-F238E27FC236}">
                <a16:creationId xmlns:a16="http://schemas.microsoft.com/office/drawing/2014/main" id="{B5B64176-D961-C642-802E-15CB13A165A9}"/>
              </a:ext>
            </a:extLst>
          </p:cNvPr>
          <p:cNvGraphicFramePr>
            <a:graphicFrameLocks noGrp="1"/>
          </p:cNvGraphicFramePr>
          <p:nvPr>
            <p:extLst>
              <p:ext uri="{D42A27DB-BD31-4B8C-83A1-F6EECF244321}">
                <p14:modId xmlns:p14="http://schemas.microsoft.com/office/powerpoint/2010/main" val="3024519086"/>
              </p:ext>
            </p:extLst>
          </p:nvPr>
        </p:nvGraphicFramePr>
        <p:xfrm>
          <a:off x="748923" y="1971870"/>
          <a:ext cx="10694151" cy="4096950"/>
        </p:xfrm>
        <a:graphic>
          <a:graphicData uri="http://schemas.openxmlformats.org/drawingml/2006/table">
            <a:tbl>
              <a:tblPr firstRow="1" bandRow="1">
                <a:tableStyleId>{5C22544A-7EE6-4342-B048-85BDC9FD1C3A}</a:tableStyleId>
              </a:tblPr>
              <a:tblGrid>
                <a:gridCol w="3205711">
                  <a:extLst>
                    <a:ext uri="{9D8B030D-6E8A-4147-A177-3AD203B41FA5}">
                      <a16:colId xmlns:a16="http://schemas.microsoft.com/office/drawing/2014/main" val="2979298198"/>
                    </a:ext>
                  </a:extLst>
                </a:gridCol>
                <a:gridCol w="1287149">
                  <a:extLst>
                    <a:ext uri="{9D8B030D-6E8A-4147-A177-3AD203B41FA5}">
                      <a16:colId xmlns:a16="http://schemas.microsoft.com/office/drawing/2014/main" val="4265632020"/>
                    </a:ext>
                  </a:extLst>
                </a:gridCol>
                <a:gridCol w="6201291">
                  <a:extLst>
                    <a:ext uri="{9D8B030D-6E8A-4147-A177-3AD203B41FA5}">
                      <a16:colId xmlns:a16="http://schemas.microsoft.com/office/drawing/2014/main" val="2026778878"/>
                    </a:ext>
                  </a:extLst>
                </a:gridCol>
              </a:tblGrid>
              <a:tr h="439350">
                <a:tc>
                  <a:txBody>
                    <a:bodyPr/>
                    <a:lstStyle/>
                    <a:p>
                      <a:pPr algn="ctr"/>
                      <a:r>
                        <a:rPr lang="en-US" dirty="0"/>
                        <a:t>Criterion</a:t>
                      </a:r>
                    </a:p>
                  </a:txBody>
                  <a:tcPr anchor="ctr"/>
                </a:tc>
                <a:tc>
                  <a:txBody>
                    <a:bodyPr/>
                    <a:lstStyle/>
                    <a:p>
                      <a:pPr algn="ctr"/>
                      <a:r>
                        <a:rPr lang="en-US" dirty="0"/>
                        <a:t>Marks</a:t>
                      </a:r>
                    </a:p>
                  </a:txBody>
                  <a:tcPr anchor="ctr"/>
                </a:tc>
                <a:tc>
                  <a:txBody>
                    <a:bodyPr/>
                    <a:lstStyle/>
                    <a:p>
                      <a:pPr algn="ctr"/>
                      <a:r>
                        <a:rPr lang="en-US" dirty="0"/>
                        <a:t>What we look for</a:t>
                      </a:r>
                    </a:p>
                  </a:txBody>
                  <a:tcPr anchor="ctr"/>
                </a:tc>
                <a:extLst>
                  <a:ext uri="{0D108BD9-81ED-4DB2-BD59-A6C34878D82A}">
                    <a16:rowId xmlns:a16="http://schemas.microsoft.com/office/drawing/2014/main" val="3592069783"/>
                  </a:ext>
                </a:extLst>
              </a:tr>
              <a:tr h="370840">
                <a:tc>
                  <a:txBody>
                    <a:bodyPr/>
                    <a:lstStyle/>
                    <a:p>
                      <a:pPr algn="ctr"/>
                      <a:r>
                        <a:rPr lang="en-US" sz="1800" kern="1200" dirty="0">
                          <a:solidFill>
                            <a:schemeClr val="dk1"/>
                          </a:solidFill>
                          <a:effectLst/>
                          <a:latin typeface="+mn-lt"/>
                          <a:ea typeface="+mn-ea"/>
                          <a:cs typeface="+mn-cs"/>
                        </a:rPr>
                        <a:t>Meaning and ambition of the attempt</a:t>
                      </a:r>
                      <a:endParaRPr lang="en-US" dirty="0"/>
                    </a:p>
                  </a:txBody>
                  <a:tcPr anchor="ctr"/>
                </a:tc>
                <a:tc>
                  <a:txBody>
                    <a:bodyPr/>
                    <a:lstStyle/>
                    <a:p>
                      <a:pPr algn="ctr"/>
                      <a:r>
                        <a:rPr lang="en-US" dirty="0"/>
                        <a:t>2</a:t>
                      </a:r>
                    </a:p>
                  </a:txBody>
                  <a:tcPr anchor="ctr"/>
                </a:tc>
                <a:tc>
                  <a:txBody>
                    <a:bodyPr/>
                    <a:lstStyle/>
                    <a:p>
                      <a:r>
                        <a:rPr lang="en-US" sz="1800" kern="1200" dirty="0">
                          <a:solidFill>
                            <a:schemeClr val="dk1"/>
                          </a:solidFill>
                          <a:effectLst/>
                          <a:latin typeface="+mn-lt"/>
                          <a:ea typeface="+mn-ea"/>
                          <a:cs typeface="+mn-cs"/>
                        </a:rPr>
                        <a:t>The team attempts something genuinely interesting, useful, meaningful, or challenging to them. “Ambitious” does not mean technically complicated or flashy.</a:t>
                      </a:r>
                      <a:endParaRPr lang="en-US" dirty="0"/>
                    </a:p>
                  </a:txBody>
                  <a:tcPr anchor="ctr"/>
                </a:tc>
                <a:extLst>
                  <a:ext uri="{0D108BD9-81ED-4DB2-BD59-A6C34878D82A}">
                    <a16:rowId xmlns:a16="http://schemas.microsoft.com/office/drawing/2014/main" val="1452234524"/>
                  </a:ext>
                </a:extLst>
              </a:tr>
              <a:tr h="370840">
                <a:tc>
                  <a:txBody>
                    <a:bodyPr/>
                    <a:lstStyle/>
                    <a:p>
                      <a:pPr algn="ctr"/>
                      <a:r>
                        <a:rPr lang="en-US" sz="1800" kern="1200" dirty="0">
                          <a:solidFill>
                            <a:schemeClr val="dk1"/>
                          </a:solidFill>
                          <a:effectLst/>
                          <a:latin typeface="+mn-lt"/>
                          <a:ea typeface="+mn-ea"/>
                          <a:cs typeface="+mn-cs"/>
                        </a:rPr>
                        <a:t>Real engagement with the task</a:t>
                      </a:r>
                      <a:endParaRPr lang="en-US" dirty="0"/>
                    </a:p>
                  </a:txBody>
                  <a:tcPr anchor="ctr"/>
                </a:tc>
                <a:tc>
                  <a:txBody>
                    <a:bodyPr/>
                    <a:lstStyle/>
                    <a:p>
                      <a:pPr algn="ctr"/>
                      <a:r>
                        <a:rPr lang="en-US" dirty="0"/>
                        <a:t>3</a:t>
                      </a:r>
                    </a:p>
                  </a:txBody>
                  <a:tcPr anchor="ctr"/>
                </a:tc>
                <a:tc>
                  <a:txBody>
                    <a:bodyPr/>
                    <a:lstStyle/>
                    <a:p>
                      <a:r>
                        <a:rPr lang="en-US" sz="1800" kern="1200" dirty="0">
                          <a:solidFill>
                            <a:schemeClr val="dk1"/>
                          </a:solidFill>
                          <a:effectLst/>
                          <a:latin typeface="+mn-lt"/>
                          <a:ea typeface="+mn-ea"/>
                          <a:cs typeface="+mn-cs"/>
                        </a:rPr>
                        <a:t>The team actually explores the problem rather than simply producing a polished final output. </a:t>
                      </a:r>
                      <a:r>
                        <a:rPr lang="en-US" sz="1800" b="1" kern="1200" dirty="0">
                          <a:solidFill>
                            <a:schemeClr val="dk1"/>
                          </a:solidFill>
                          <a:effectLst/>
                          <a:latin typeface="+mn-lt"/>
                          <a:ea typeface="+mn-ea"/>
                          <a:cs typeface="+mn-cs"/>
                        </a:rPr>
                        <a:t>There is evidence of trying, testing, revising, comparing, or responding to what happened</a:t>
                      </a:r>
                      <a:r>
                        <a:rPr lang="en-US" sz="1800" kern="1200" dirty="0">
                          <a:solidFill>
                            <a:schemeClr val="dk1"/>
                          </a:solidFill>
                          <a:effectLst/>
                          <a:latin typeface="+mn-lt"/>
                          <a:ea typeface="+mn-ea"/>
                          <a:cs typeface="+mn-cs"/>
                        </a:rPr>
                        <a:t>.</a:t>
                      </a:r>
                      <a:endParaRPr lang="en-US" dirty="0"/>
                    </a:p>
                  </a:txBody>
                  <a:tcPr anchor="ctr"/>
                </a:tc>
                <a:extLst>
                  <a:ext uri="{0D108BD9-81ED-4DB2-BD59-A6C34878D82A}">
                    <a16:rowId xmlns:a16="http://schemas.microsoft.com/office/drawing/2014/main" val="43952455"/>
                  </a:ext>
                </a:extLst>
              </a:tr>
              <a:tr h="370840">
                <a:tc>
                  <a:txBody>
                    <a:bodyPr/>
                    <a:lstStyle/>
                    <a:p>
                      <a:pPr algn="ctr"/>
                      <a:r>
                        <a:rPr lang="en-US" sz="1800" kern="1200" dirty="0">
                          <a:solidFill>
                            <a:schemeClr val="dk1"/>
                          </a:solidFill>
                          <a:effectLst/>
                          <a:latin typeface="+mn-lt"/>
                          <a:ea typeface="+mn-ea"/>
                          <a:cs typeface="+mn-cs"/>
                        </a:rPr>
                        <a:t>Purposeful use of AI</a:t>
                      </a:r>
                      <a:endParaRPr lang="en-US" dirty="0"/>
                    </a:p>
                  </a:txBody>
                  <a:tcPr anchor="ctr"/>
                </a:tc>
                <a:tc>
                  <a:txBody>
                    <a:bodyPr/>
                    <a:lstStyle/>
                    <a:p>
                      <a:pPr algn="ctr"/>
                      <a:r>
                        <a:rPr lang="en-US" dirty="0"/>
                        <a:t>2</a:t>
                      </a:r>
                    </a:p>
                  </a:txBody>
                  <a:tcPr anchor="ctr"/>
                </a:tc>
                <a:tc>
                  <a:txBody>
                    <a:bodyPr/>
                    <a:lstStyle/>
                    <a:p>
                      <a:r>
                        <a:rPr lang="en-US" sz="1800" kern="1200" dirty="0">
                          <a:solidFill>
                            <a:schemeClr val="dk1"/>
                          </a:solidFill>
                          <a:effectLst/>
                          <a:latin typeface="+mn-lt"/>
                          <a:ea typeface="+mn-ea"/>
                          <a:cs typeface="+mn-cs"/>
                        </a:rPr>
                        <a:t>AI is used to extend what the team can do. The team makes active choices about how AI is used rather than simply accepting whatever it generates.</a:t>
                      </a:r>
                      <a:endParaRPr lang="en-US" dirty="0"/>
                    </a:p>
                  </a:txBody>
                  <a:tcPr anchor="ctr"/>
                </a:tc>
                <a:extLst>
                  <a:ext uri="{0D108BD9-81ED-4DB2-BD59-A6C34878D82A}">
                    <a16:rowId xmlns:a16="http://schemas.microsoft.com/office/drawing/2014/main" val="3962083831"/>
                  </a:ext>
                </a:extLst>
              </a:tr>
              <a:tr h="370840">
                <a:tc>
                  <a:txBody>
                    <a:bodyPr/>
                    <a:lstStyle/>
                    <a:p>
                      <a:pPr algn="ctr"/>
                      <a:r>
                        <a:rPr lang="en-US" sz="1800" kern="1200" dirty="0">
                          <a:solidFill>
                            <a:schemeClr val="dk1"/>
                          </a:solidFill>
                          <a:effectLst/>
                          <a:latin typeface="+mn-lt"/>
                          <a:ea typeface="+mn-ea"/>
                          <a:cs typeface="+mn-cs"/>
                        </a:rPr>
                        <a:t>Outcome / what was actually achieved</a:t>
                      </a:r>
                      <a:endParaRPr lang="en-US" dirty="0"/>
                    </a:p>
                  </a:txBody>
                  <a:tcPr anchor="ctr"/>
                </a:tc>
                <a:tc>
                  <a:txBody>
                    <a:bodyPr/>
                    <a:lstStyle/>
                    <a:p>
                      <a:pPr algn="ctr"/>
                      <a:r>
                        <a:rPr lang="en-US" dirty="0"/>
                        <a:t>3</a:t>
                      </a:r>
                    </a:p>
                  </a:txBody>
                  <a:tcPr anchor="ctr"/>
                </a:tc>
                <a:tc>
                  <a:txBody>
                    <a:bodyPr/>
                    <a:lstStyle/>
                    <a:p>
                      <a:r>
                        <a:rPr lang="en-US" sz="1800" kern="1200" dirty="0">
                          <a:solidFill>
                            <a:schemeClr val="dk1"/>
                          </a:solidFill>
                          <a:effectLst/>
                          <a:latin typeface="+mn-lt"/>
                          <a:ea typeface="+mn-ea"/>
                          <a:cs typeface="+mn-cs"/>
                        </a:rPr>
                        <a:t>The team clearly demonstrates what they made, learned, tested, discovered, or accomplished. A meaningful failed attempt can also score well if the exploration is substantial.</a:t>
                      </a:r>
                      <a:endParaRPr lang="en-US" dirty="0"/>
                    </a:p>
                  </a:txBody>
                  <a:tcPr anchor="ctr"/>
                </a:tc>
                <a:extLst>
                  <a:ext uri="{0D108BD9-81ED-4DB2-BD59-A6C34878D82A}">
                    <a16:rowId xmlns:a16="http://schemas.microsoft.com/office/drawing/2014/main" val="3261276842"/>
                  </a:ext>
                </a:extLst>
              </a:tr>
            </a:tbl>
          </a:graphicData>
        </a:graphic>
      </p:graphicFrame>
    </p:spTree>
    <p:extLst>
      <p:ext uri="{BB962C8B-B14F-4D97-AF65-F5344CB8AC3E}">
        <p14:creationId xmlns:p14="http://schemas.microsoft.com/office/powerpoint/2010/main" val="3108276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EF8DF-3572-5C2D-73EC-5ED528B2FD9B}"/>
              </a:ext>
            </a:extLst>
          </p:cNvPr>
          <p:cNvSpPr>
            <a:spLocks noGrp="1"/>
          </p:cNvSpPr>
          <p:nvPr>
            <p:ph type="title"/>
          </p:nvPr>
        </p:nvSpPr>
        <p:spPr/>
        <p:txBody>
          <a:bodyPr/>
          <a:lstStyle/>
          <a:p>
            <a:r>
              <a:rPr lang="en-US" dirty="0"/>
              <a:t>How is it Graded?</a:t>
            </a:r>
          </a:p>
        </p:txBody>
      </p:sp>
      <p:sp>
        <p:nvSpPr>
          <p:cNvPr id="3" name="Content Placeholder 2">
            <a:extLst>
              <a:ext uri="{FF2B5EF4-FFF2-40B4-BE49-F238E27FC236}">
                <a16:creationId xmlns:a16="http://schemas.microsoft.com/office/drawing/2014/main" id="{019E4EE4-0826-4F2F-0AF2-0166141AF8A9}"/>
              </a:ext>
            </a:extLst>
          </p:cNvPr>
          <p:cNvSpPr>
            <a:spLocks noGrp="1"/>
          </p:cNvSpPr>
          <p:nvPr>
            <p:ph idx="1"/>
          </p:nvPr>
        </p:nvSpPr>
        <p:spPr/>
        <p:txBody>
          <a:bodyPr/>
          <a:lstStyle/>
          <a:p>
            <a:r>
              <a:rPr lang="en-US" dirty="0"/>
              <a:t>Lessons learned from using AI -- 10 marks</a:t>
            </a:r>
          </a:p>
        </p:txBody>
      </p:sp>
      <p:sp>
        <p:nvSpPr>
          <p:cNvPr id="4" name="Slide Number Placeholder 3">
            <a:extLst>
              <a:ext uri="{FF2B5EF4-FFF2-40B4-BE49-F238E27FC236}">
                <a16:creationId xmlns:a16="http://schemas.microsoft.com/office/drawing/2014/main" id="{7BD31D9B-CFA2-37C7-E385-4753E60FCF00}"/>
              </a:ext>
            </a:extLst>
          </p:cNvPr>
          <p:cNvSpPr>
            <a:spLocks noGrp="1"/>
          </p:cNvSpPr>
          <p:nvPr>
            <p:ph type="sldNum" sz="quarter" idx="12"/>
          </p:nvPr>
        </p:nvSpPr>
        <p:spPr/>
        <p:txBody>
          <a:bodyPr/>
          <a:lstStyle/>
          <a:p>
            <a:fld id="{A5DE6AA6-3673-C84D-81F3-675A1FB97D0A}" type="slidenum">
              <a:rPr lang="en-US" smtClean="0"/>
              <a:t>13</a:t>
            </a:fld>
            <a:endParaRPr lang="en-US"/>
          </a:p>
        </p:txBody>
      </p:sp>
      <p:sp>
        <p:nvSpPr>
          <p:cNvPr id="5" name="Footer Placeholder 4">
            <a:extLst>
              <a:ext uri="{FF2B5EF4-FFF2-40B4-BE49-F238E27FC236}">
                <a16:creationId xmlns:a16="http://schemas.microsoft.com/office/drawing/2014/main" id="{EFC3423F-BA9C-12E7-22CB-F85B6B5B1639}"/>
              </a:ext>
            </a:extLst>
          </p:cNvPr>
          <p:cNvSpPr>
            <a:spLocks noGrp="1"/>
          </p:cNvSpPr>
          <p:nvPr>
            <p:ph type="ftr" sz="quarter" idx="3"/>
          </p:nvPr>
        </p:nvSpPr>
        <p:spPr/>
        <p:txBody>
          <a:bodyPr/>
          <a:lstStyle/>
          <a:p>
            <a:r>
              <a:rPr lang="pt-BR"/>
              <a:t>PolyU – DSAI1202 – AIDA – Project Intro</a:t>
            </a:r>
            <a:endParaRPr lang="en-US" dirty="0"/>
          </a:p>
        </p:txBody>
      </p:sp>
      <p:graphicFrame>
        <p:nvGraphicFramePr>
          <p:cNvPr id="7" name="Table 6">
            <a:extLst>
              <a:ext uri="{FF2B5EF4-FFF2-40B4-BE49-F238E27FC236}">
                <a16:creationId xmlns:a16="http://schemas.microsoft.com/office/drawing/2014/main" id="{B5B64176-D961-C642-802E-15CB13A165A9}"/>
              </a:ext>
            </a:extLst>
          </p:cNvPr>
          <p:cNvGraphicFramePr>
            <a:graphicFrameLocks noGrp="1"/>
          </p:cNvGraphicFramePr>
          <p:nvPr>
            <p:extLst>
              <p:ext uri="{D42A27DB-BD31-4B8C-83A1-F6EECF244321}">
                <p14:modId xmlns:p14="http://schemas.microsoft.com/office/powerpoint/2010/main" val="4152541047"/>
              </p:ext>
            </p:extLst>
          </p:nvPr>
        </p:nvGraphicFramePr>
        <p:xfrm>
          <a:off x="748923" y="1971870"/>
          <a:ext cx="10694151" cy="3636837"/>
        </p:xfrm>
        <a:graphic>
          <a:graphicData uri="http://schemas.openxmlformats.org/drawingml/2006/table">
            <a:tbl>
              <a:tblPr firstRow="1" bandRow="1">
                <a:tableStyleId>{5C22544A-7EE6-4342-B048-85BDC9FD1C3A}</a:tableStyleId>
              </a:tblPr>
              <a:tblGrid>
                <a:gridCol w="3205711">
                  <a:extLst>
                    <a:ext uri="{9D8B030D-6E8A-4147-A177-3AD203B41FA5}">
                      <a16:colId xmlns:a16="http://schemas.microsoft.com/office/drawing/2014/main" val="2979298198"/>
                    </a:ext>
                  </a:extLst>
                </a:gridCol>
                <a:gridCol w="1287149">
                  <a:extLst>
                    <a:ext uri="{9D8B030D-6E8A-4147-A177-3AD203B41FA5}">
                      <a16:colId xmlns:a16="http://schemas.microsoft.com/office/drawing/2014/main" val="4265632020"/>
                    </a:ext>
                  </a:extLst>
                </a:gridCol>
                <a:gridCol w="6201291">
                  <a:extLst>
                    <a:ext uri="{9D8B030D-6E8A-4147-A177-3AD203B41FA5}">
                      <a16:colId xmlns:a16="http://schemas.microsoft.com/office/drawing/2014/main" val="2026778878"/>
                    </a:ext>
                  </a:extLst>
                </a:gridCol>
              </a:tblGrid>
              <a:tr h="433098">
                <a:tc>
                  <a:txBody>
                    <a:bodyPr/>
                    <a:lstStyle/>
                    <a:p>
                      <a:pPr algn="ctr"/>
                      <a:r>
                        <a:rPr lang="en-US" dirty="0"/>
                        <a:t>Criterion</a:t>
                      </a:r>
                    </a:p>
                  </a:txBody>
                  <a:tcPr anchor="ctr"/>
                </a:tc>
                <a:tc>
                  <a:txBody>
                    <a:bodyPr/>
                    <a:lstStyle/>
                    <a:p>
                      <a:pPr algn="ctr"/>
                      <a:r>
                        <a:rPr lang="en-US" dirty="0"/>
                        <a:t>Marks</a:t>
                      </a:r>
                    </a:p>
                  </a:txBody>
                  <a:tcPr anchor="ctr"/>
                </a:tc>
                <a:tc>
                  <a:txBody>
                    <a:bodyPr/>
                    <a:lstStyle/>
                    <a:p>
                      <a:pPr algn="ctr"/>
                      <a:r>
                        <a:rPr lang="en-US" dirty="0"/>
                        <a:t>What we look for</a:t>
                      </a:r>
                    </a:p>
                  </a:txBody>
                  <a:tcPr anchor="ctr"/>
                </a:tc>
                <a:extLst>
                  <a:ext uri="{0D108BD9-81ED-4DB2-BD59-A6C34878D82A}">
                    <a16:rowId xmlns:a16="http://schemas.microsoft.com/office/drawing/2014/main" val="3592069783"/>
                  </a:ext>
                </a:extLst>
              </a:tr>
              <a:tr h="1067913">
                <a:tc>
                  <a:txBody>
                    <a:bodyPr/>
                    <a:lstStyle/>
                    <a:p>
                      <a:pPr algn="ctr"/>
                      <a:r>
                        <a:rPr lang="en-US" sz="1800" kern="1200" dirty="0">
                          <a:solidFill>
                            <a:schemeClr val="dk1"/>
                          </a:solidFill>
                          <a:effectLst/>
                          <a:latin typeface="+mn-lt"/>
                          <a:ea typeface="+mn-ea"/>
                          <a:cs typeface="+mn-cs"/>
                        </a:rPr>
                        <a:t>Grounded in the actual project</a:t>
                      </a:r>
                      <a:endParaRPr lang="en-US" dirty="0"/>
                    </a:p>
                  </a:txBody>
                  <a:tcPr anchor="ctr"/>
                </a:tc>
                <a:tc>
                  <a:txBody>
                    <a:bodyPr/>
                    <a:lstStyle/>
                    <a:p>
                      <a:pPr algn="ctr"/>
                      <a:r>
                        <a:rPr lang="en-US" dirty="0"/>
                        <a:t>4</a:t>
                      </a:r>
                    </a:p>
                  </a:txBody>
                  <a:tcPr anchor="ctr"/>
                </a:tc>
                <a:tc>
                  <a:txBody>
                    <a:bodyPr/>
                    <a:lstStyle/>
                    <a:p>
                      <a:r>
                        <a:rPr lang="en-US" sz="1800" kern="1200" dirty="0">
                          <a:solidFill>
                            <a:schemeClr val="dk1"/>
                          </a:solidFill>
                          <a:effectLst/>
                          <a:latin typeface="+mn-lt"/>
                          <a:ea typeface="+mn-ea"/>
                          <a:cs typeface="+mn-cs"/>
                        </a:rPr>
                        <a:t>Lessons clearly come from things that actually happened during the project and are supported by concrete examples rather than generic statements about AI.</a:t>
                      </a:r>
                      <a:endParaRPr lang="en-US" dirty="0"/>
                    </a:p>
                  </a:txBody>
                  <a:tcPr anchor="ctr"/>
                </a:tc>
                <a:extLst>
                  <a:ext uri="{0D108BD9-81ED-4DB2-BD59-A6C34878D82A}">
                    <a16:rowId xmlns:a16="http://schemas.microsoft.com/office/drawing/2014/main" val="1452234524"/>
                  </a:ext>
                </a:extLst>
              </a:tr>
              <a:tr h="1067913">
                <a:tc>
                  <a:txBody>
                    <a:bodyPr/>
                    <a:lstStyle/>
                    <a:p>
                      <a:pPr algn="ctr"/>
                      <a:r>
                        <a:rPr lang="en-US" sz="1800" kern="1200" dirty="0">
                          <a:solidFill>
                            <a:schemeClr val="dk1"/>
                          </a:solidFill>
                          <a:effectLst/>
                          <a:latin typeface="+mn-lt"/>
                          <a:ea typeface="+mn-ea"/>
                          <a:cs typeface="+mn-cs"/>
                        </a:rPr>
                        <a:t>Depth of reflection</a:t>
                      </a:r>
                      <a:endParaRPr lang="en-US" dirty="0"/>
                    </a:p>
                  </a:txBody>
                  <a:tcPr anchor="ctr"/>
                </a:tc>
                <a:tc>
                  <a:txBody>
                    <a:bodyPr/>
                    <a:lstStyle/>
                    <a:p>
                      <a:pPr algn="ctr"/>
                      <a:r>
                        <a:rPr lang="en-US" dirty="0"/>
                        <a:t>3</a:t>
                      </a:r>
                    </a:p>
                  </a:txBody>
                  <a:tcPr anchor="ctr"/>
                </a:tc>
                <a:tc>
                  <a:txBody>
                    <a:bodyPr/>
                    <a:lstStyle/>
                    <a:p>
                      <a:r>
                        <a:rPr lang="en-US" sz="1800" kern="1200" dirty="0">
                          <a:solidFill>
                            <a:schemeClr val="dk1"/>
                          </a:solidFill>
                          <a:effectLst/>
                          <a:latin typeface="+mn-lt"/>
                          <a:ea typeface="+mn-ea"/>
                          <a:cs typeface="+mn-cs"/>
                        </a:rPr>
                        <a:t>The team goes beyond describing what happened and explains why it happened, what they learned, and how their understanding or approach changed.</a:t>
                      </a:r>
                      <a:endParaRPr lang="en-US" dirty="0"/>
                    </a:p>
                  </a:txBody>
                  <a:tcPr anchor="ctr"/>
                </a:tc>
                <a:extLst>
                  <a:ext uri="{0D108BD9-81ED-4DB2-BD59-A6C34878D82A}">
                    <a16:rowId xmlns:a16="http://schemas.microsoft.com/office/drawing/2014/main" val="43952455"/>
                  </a:ext>
                </a:extLst>
              </a:tr>
              <a:tr h="1067913">
                <a:tc>
                  <a:txBody>
                    <a:bodyPr/>
                    <a:lstStyle/>
                    <a:p>
                      <a:pPr algn="ctr"/>
                      <a:r>
                        <a:rPr lang="en-US" sz="1800" kern="1200" dirty="0">
                          <a:solidFill>
                            <a:schemeClr val="dk1"/>
                          </a:solidFill>
                          <a:effectLst/>
                          <a:latin typeface="+mn-lt"/>
                          <a:ea typeface="+mn-ea"/>
                          <a:cs typeface="+mn-cs"/>
                        </a:rPr>
                        <a:t>Human judgment and responsibility</a:t>
                      </a:r>
                      <a:endParaRPr lang="en-US" dirty="0"/>
                    </a:p>
                  </a:txBody>
                  <a:tcPr anchor="ctr"/>
                </a:tc>
                <a:tc>
                  <a:txBody>
                    <a:bodyPr/>
                    <a:lstStyle/>
                    <a:p>
                      <a:pPr algn="ctr"/>
                      <a:r>
                        <a:rPr lang="en-US" dirty="0"/>
                        <a:t>3</a:t>
                      </a:r>
                    </a:p>
                  </a:txBody>
                  <a:tcPr anchor="ctr"/>
                </a:tc>
                <a:tc>
                  <a:txBody>
                    <a:bodyPr/>
                    <a:lstStyle/>
                    <a:p>
                      <a:r>
                        <a:rPr lang="en-US" sz="1800" kern="1200" dirty="0">
                          <a:solidFill>
                            <a:schemeClr val="dk1"/>
                          </a:solidFill>
                          <a:effectLst/>
                          <a:latin typeface="+mn-lt"/>
                          <a:ea typeface="+mn-ea"/>
                          <a:cs typeface="+mn-cs"/>
                        </a:rPr>
                        <a:t>The team identifies where human decisions, evaluation, verification, creativity, knowledge, taste, or responsibility mattered, and explains how these affected the project.</a:t>
                      </a:r>
                      <a:endParaRPr lang="en-US" dirty="0"/>
                    </a:p>
                  </a:txBody>
                  <a:tcPr anchor="ctr"/>
                </a:tc>
                <a:extLst>
                  <a:ext uri="{0D108BD9-81ED-4DB2-BD59-A6C34878D82A}">
                    <a16:rowId xmlns:a16="http://schemas.microsoft.com/office/drawing/2014/main" val="3962083831"/>
                  </a:ext>
                </a:extLst>
              </a:tr>
            </a:tbl>
          </a:graphicData>
        </a:graphic>
      </p:graphicFrame>
    </p:spTree>
    <p:extLst>
      <p:ext uri="{BB962C8B-B14F-4D97-AF65-F5344CB8AC3E}">
        <p14:creationId xmlns:p14="http://schemas.microsoft.com/office/powerpoint/2010/main" val="38306842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31DE2-44C5-302B-F5E5-58DA3A82DDB2}"/>
              </a:ext>
            </a:extLst>
          </p:cNvPr>
          <p:cNvSpPr>
            <a:spLocks noGrp="1"/>
          </p:cNvSpPr>
          <p:nvPr>
            <p:ph type="title"/>
          </p:nvPr>
        </p:nvSpPr>
        <p:spPr/>
        <p:txBody>
          <a:bodyPr/>
          <a:lstStyle/>
          <a:p>
            <a:r>
              <a:rPr lang="en-US" dirty="0"/>
              <a:t>One Last Thing: You Should Know Your Own Work</a:t>
            </a:r>
          </a:p>
        </p:txBody>
      </p:sp>
      <p:sp>
        <p:nvSpPr>
          <p:cNvPr id="3" name="Content Placeholder 2">
            <a:extLst>
              <a:ext uri="{FF2B5EF4-FFF2-40B4-BE49-F238E27FC236}">
                <a16:creationId xmlns:a16="http://schemas.microsoft.com/office/drawing/2014/main" id="{86ACB5C3-8CFD-DC67-C6A1-99D617712297}"/>
              </a:ext>
            </a:extLst>
          </p:cNvPr>
          <p:cNvSpPr>
            <a:spLocks noGrp="1"/>
          </p:cNvSpPr>
          <p:nvPr>
            <p:ph idx="1"/>
          </p:nvPr>
        </p:nvSpPr>
        <p:spPr/>
        <p:txBody>
          <a:bodyPr>
            <a:normAutofit fontScale="92500" lnSpcReduction="10000"/>
          </a:bodyPr>
          <a:lstStyle/>
          <a:p>
            <a:r>
              <a:rPr lang="en-US" b="1" dirty="0"/>
              <a:t>Face-to-face team Q&amp;A in Week 13/14</a:t>
            </a:r>
          </a:p>
          <a:p>
            <a:r>
              <a:rPr lang="en-US" dirty="0"/>
              <a:t>No prepared presentation</a:t>
            </a:r>
          </a:p>
          <a:p>
            <a:r>
              <a:rPr lang="en-US" dirty="0"/>
              <a:t>We may ask:</a:t>
            </a:r>
          </a:p>
          <a:p>
            <a:pPr lvl="1"/>
            <a:r>
              <a:rPr lang="en-US" dirty="0"/>
              <a:t>Why did you make this decision?</a:t>
            </a:r>
          </a:p>
          <a:p>
            <a:pPr lvl="1"/>
            <a:r>
              <a:rPr lang="en-US" dirty="0"/>
              <a:t>What did AI get wrong?</a:t>
            </a:r>
          </a:p>
          <a:p>
            <a:pPr lvl="1"/>
            <a:r>
              <a:rPr lang="en-US" dirty="0"/>
              <a:t>What changed during the project?</a:t>
            </a:r>
          </a:p>
          <a:p>
            <a:pPr lvl="1"/>
            <a:r>
              <a:rPr lang="en-US" dirty="0"/>
              <a:t>How did you verify this?</a:t>
            </a:r>
          </a:p>
          <a:p>
            <a:pPr lvl="1"/>
            <a:r>
              <a:rPr lang="en-US" dirty="0"/>
              <a:t>What did you personally contribute?</a:t>
            </a:r>
          </a:p>
          <a:p>
            <a:endParaRPr lang="en-US" dirty="0"/>
          </a:p>
          <a:p>
            <a:r>
              <a:rPr lang="en-US" dirty="0"/>
              <a:t>We are not trying to prove whether you used AI. AI use is encouraged. We want to see whether each student remained genuinely involved, understood the work, and can take responsibility for what the team submitted.</a:t>
            </a:r>
          </a:p>
          <a:p>
            <a:r>
              <a:rPr lang="en-US" dirty="0">
                <a:solidFill>
                  <a:srgbClr val="C00000"/>
                </a:solidFill>
              </a:rPr>
              <a:t>The submissions in Week 11 will receive an initial mark on my side. </a:t>
            </a:r>
            <a:r>
              <a:rPr lang="en-US">
                <a:solidFill>
                  <a:srgbClr val="C00000"/>
                </a:solidFill>
              </a:rPr>
              <a:t>Marks </a:t>
            </a:r>
            <a:r>
              <a:rPr lang="en-US" dirty="0">
                <a:solidFill>
                  <a:srgbClr val="C00000"/>
                </a:solidFill>
              </a:rPr>
              <a:t>may be adjusted based on the Q&amp;A</a:t>
            </a:r>
          </a:p>
        </p:txBody>
      </p:sp>
      <p:sp>
        <p:nvSpPr>
          <p:cNvPr id="4" name="Slide Number Placeholder 3">
            <a:extLst>
              <a:ext uri="{FF2B5EF4-FFF2-40B4-BE49-F238E27FC236}">
                <a16:creationId xmlns:a16="http://schemas.microsoft.com/office/drawing/2014/main" id="{6BABE315-EBBC-0EC1-1860-7D639111FC0F}"/>
              </a:ext>
            </a:extLst>
          </p:cNvPr>
          <p:cNvSpPr>
            <a:spLocks noGrp="1"/>
          </p:cNvSpPr>
          <p:nvPr>
            <p:ph type="sldNum" sz="quarter" idx="12"/>
          </p:nvPr>
        </p:nvSpPr>
        <p:spPr/>
        <p:txBody>
          <a:bodyPr/>
          <a:lstStyle/>
          <a:p>
            <a:fld id="{A5DE6AA6-3673-C84D-81F3-675A1FB97D0A}" type="slidenum">
              <a:rPr lang="en-US" smtClean="0"/>
              <a:t>14</a:t>
            </a:fld>
            <a:endParaRPr lang="en-US"/>
          </a:p>
        </p:txBody>
      </p:sp>
      <p:sp>
        <p:nvSpPr>
          <p:cNvPr id="5" name="Footer Placeholder 4">
            <a:extLst>
              <a:ext uri="{FF2B5EF4-FFF2-40B4-BE49-F238E27FC236}">
                <a16:creationId xmlns:a16="http://schemas.microsoft.com/office/drawing/2014/main" id="{2B0A5FC7-A1DA-B94A-3857-A047DAECD4EE}"/>
              </a:ext>
            </a:extLst>
          </p:cNvPr>
          <p:cNvSpPr>
            <a:spLocks noGrp="1"/>
          </p:cNvSpPr>
          <p:nvPr>
            <p:ph type="ftr" sz="quarter" idx="3"/>
          </p:nvPr>
        </p:nvSpPr>
        <p:spPr/>
        <p:txBody>
          <a:bodyPr/>
          <a:lstStyle/>
          <a:p>
            <a:r>
              <a:rPr lang="pt-BR"/>
              <a:t>PolyU – DSAI1202 – AIDA – Project Intro</a:t>
            </a:r>
            <a:endParaRPr lang="en-US" dirty="0"/>
          </a:p>
        </p:txBody>
      </p:sp>
    </p:spTree>
    <p:extLst>
      <p:ext uri="{BB962C8B-B14F-4D97-AF65-F5344CB8AC3E}">
        <p14:creationId xmlns:p14="http://schemas.microsoft.com/office/powerpoint/2010/main" val="23453649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17D405F1-6650-3887-CBB4-8D96815ACB4E}"/>
              </a:ext>
            </a:extLst>
          </p:cNvPr>
          <p:cNvSpPr>
            <a:spLocks noGrp="1"/>
          </p:cNvSpPr>
          <p:nvPr>
            <p:ph type="ftr" sz="quarter" idx="11"/>
          </p:nvPr>
        </p:nvSpPr>
        <p:spPr/>
        <p:txBody>
          <a:bodyPr/>
          <a:lstStyle/>
          <a:p>
            <a:r>
              <a:rPr lang="pt-BR"/>
              <a:t>PolyU – DSAI1202 – AIDA – Project Intro</a:t>
            </a:r>
            <a:endParaRPr lang="en-US" dirty="0"/>
          </a:p>
        </p:txBody>
      </p:sp>
      <p:sp>
        <p:nvSpPr>
          <p:cNvPr id="4" name="Slide Number Placeholder 3">
            <a:extLst>
              <a:ext uri="{FF2B5EF4-FFF2-40B4-BE49-F238E27FC236}">
                <a16:creationId xmlns:a16="http://schemas.microsoft.com/office/drawing/2014/main" id="{2E8F3580-5A94-F96D-FB7F-69792E8E444D}"/>
              </a:ext>
            </a:extLst>
          </p:cNvPr>
          <p:cNvSpPr>
            <a:spLocks noGrp="1"/>
          </p:cNvSpPr>
          <p:nvPr>
            <p:ph type="sldNum" sz="quarter" idx="12"/>
          </p:nvPr>
        </p:nvSpPr>
        <p:spPr/>
        <p:txBody>
          <a:bodyPr/>
          <a:lstStyle/>
          <a:p>
            <a:fld id="{A5DE6AA6-3673-C84D-81F3-675A1FB97D0A}" type="slidenum">
              <a:rPr lang="en-US" smtClean="0"/>
              <a:t>15</a:t>
            </a:fld>
            <a:endParaRPr lang="en-US"/>
          </a:p>
        </p:txBody>
      </p:sp>
      <p:sp>
        <p:nvSpPr>
          <p:cNvPr id="11" name="TextBox 10">
            <a:extLst>
              <a:ext uri="{FF2B5EF4-FFF2-40B4-BE49-F238E27FC236}">
                <a16:creationId xmlns:a16="http://schemas.microsoft.com/office/drawing/2014/main" id="{8D99C275-6DDD-D775-6C8D-998B8B7789D7}"/>
              </a:ext>
            </a:extLst>
          </p:cNvPr>
          <p:cNvSpPr txBox="1"/>
          <p:nvPr/>
        </p:nvSpPr>
        <p:spPr>
          <a:xfrm>
            <a:off x="3495979" y="2151727"/>
            <a:ext cx="6095028" cy="2554545"/>
          </a:xfrm>
          <a:prstGeom prst="rect">
            <a:avLst/>
          </a:prstGeom>
          <a:noFill/>
        </p:spPr>
        <p:txBody>
          <a:bodyPr wrap="square">
            <a:spAutoFit/>
          </a:bodyPr>
          <a:lstStyle/>
          <a:p>
            <a:r>
              <a:rPr lang="en-US" sz="3200" b="1" i="1" dirty="0">
                <a:solidFill>
                  <a:srgbClr val="C00000"/>
                </a:solidFill>
              </a:rPr>
              <a:t>Use AI. Try something ambitious.</a:t>
            </a:r>
          </a:p>
          <a:p>
            <a:r>
              <a:rPr lang="en-US" sz="3200" b="1" i="1" dirty="0">
                <a:solidFill>
                  <a:srgbClr val="C00000"/>
                </a:solidFill>
              </a:rPr>
              <a:t>It may work. It may fail.</a:t>
            </a:r>
          </a:p>
          <a:p>
            <a:r>
              <a:rPr lang="en-US" sz="3200" b="1" i="1" dirty="0">
                <a:solidFill>
                  <a:srgbClr val="C00000"/>
                </a:solidFill>
              </a:rPr>
              <a:t>But make it yours.</a:t>
            </a:r>
          </a:p>
          <a:p>
            <a:endParaRPr lang="en-US" sz="3200" b="1" i="1" dirty="0">
              <a:solidFill>
                <a:srgbClr val="C00000"/>
              </a:solidFill>
            </a:endParaRPr>
          </a:p>
          <a:p>
            <a:r>
              <a:rPr lang="en-US" sz="3200" b="1" i="1" dirty="0">
                <a:solidFill>
                  <a:srgbClr val="C00000"/>
                </a:solidFill>
              </a:rPr>
              <a:t>“We made this.”</a:t>
            </a:r>
          </a:p>
        </p:txBody>
      </p:sp>
    </p:spTree>
    <p:extLst>
      <p:ext uri="{BB962C8B-B14F-4D97-AF65-F5344CB8AC3E}">
        <p14:creationId xmlns:p14="http://schemas.microsoft.com/office/powerpoint/2010/main" val="7728906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73A8D62B6A07F4688901CCA00C7C210" ma:contentTypeVersion="14" ma:contentTypeDescription="Create a new document." ma:contentTypeScope="" ma:versionID="644538b94b53edfb02be2da8c4c46821">
  <xsd:schema xmlns:xsd="http://www.w3.org/2001/XMLSchema" xmlns:xs="http://www.w3.org/2001/XMLSchema" xmlns:p="http://schemas.microsoft.com/office/2006/metadata/properties" xmlns:ns3="121e486c-6138-4556-b609-0f00d8785642" xmlns:ns4="65e261d4-640b-48b6-9215-6d96c2fa56ca" targetNamespace="http://schemas.microsoft.com/office/2006/metadata/properties" ma:root="true" ma:fieldsID="09b81b1e78c6c4c7298b4c8902b44c3e" ns3:_="" ns4:_="">
    <xsd:import namespace="121e486c-6138-4556-b609-0f00d8785642"/>
    <xsd:import namespace="65e261d4-640b-48b6-9215-6d96c2fa56ca"/>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GenerationTime" minOccurs="0"/>
                <xsd:element ref="ns3:MediaServiceEventHashCode" minOccurs="0"/>
                <xsd:element ref="ns3:MediaServiceDateTaken" minOccurs="0"/>
                <xsd:element ref="ns3:MediaServiceOCR" minOccurs="0"/>
                <xsd:element ref="ns3:MediaServiceAutoKeyPoints" minOccurs="0"/>
                <xsd:element ref="ns3:MediaServiceKeyPoints" minOccurs="0"/>
                <xsd:element ref="ns3:MediaLengthInSeconds" minOccurs="0"/>
                <xsd:element ref="ns3:MediaServiceLocation" minOccurs="0"/>
                <xsd:element ref="ns4:SharedWithUsers" minOccurs="0"/>
                <xsd:element ref="ns4:SharedWithDetails" minOccurs="0"/>
                <xsd:element ref="ns4: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21e486c-6138-4556-b609-0f00d878564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LengthInSeconds" ma:index="17" nillable="true" ma:displayName="Length (seconds)" ma:internalName="MediaLengthInSeconds" ma:readOnly="true">
      <xsd:simpleType>
        <xsd:restriction base="dms:Unknown"/>
      </xsd:simpleType>
    </xsd:element>
    <xsd:element name="MediaServiceLocation" ma:index="18"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5e261d4-640b-48b6-9215-6d96c2fa56ca" elementFormDefault="qualified">
    <xsd:import namespace="http://schemas.microsoft.com/office/2006/documentManagement/types"/>
    <xsd:import namespace="http://schemas.microsoft.com/office/infopath/2007/PartnerControls"/>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element name="SharingHintHash" ma:index="21"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E4F8984-C142-43F6-9858-74E75532438C}">
  <ds:schemaRefs>
    <ds:schemaRef ds:uri="http://schemas.microsoft.com/sharepoint/v3/contenttype/forms"/>
  </ds:schemaRefs>
</ds:datastoreItem>
</file>

<file path=customXml/itemProps2.xml><?xml version="1.0" encoding="utf-8"?>
<ds:datastoreItem xmlns:ds="http://schemas.openxmlformats.org/officeDocument/2006/customXml" ds:itemID="{367B6548-3A1E-4DE7-B119-1D476F23A580}">
  <ds:schemaRefs>
    <ds:schemaRef ds:uri="http://purl.org/dc/elements/1.1/"/>
    <ds:schemaRef ds:uri="http://purl.org/dc/terms/"/>
    <ds:schemaRef ds:uri="http://schemas.microsoft.com/office/2006/documentManagement/types"/>
    <ds:schemaRef ds:uri="65e261d4-640b-48b6-9215-6d96c2fa56ca"/>
    <ds:schemaRef ds:uri="http://www.w3.org/XML/1998/namespace"/>
    <ds:schemaRef ds:uri="121e486c-6138-4556-b609-0f00d8785642"/>
    <ds:schemaRef ds:uri="http://purl.org/dc/dcmitype/"/>
    <ds:schemaRef ds:uri="http://schemas.microsoft.com/office/infopath/2007/PartnerControls"/>
    <ds:schemaRef ds:uri="http://schemas.openxmlformats.org/package/2006/metadata/core-properties"/>
    <ds:schemaRef ds:uri="http://schemas.microsoft.com/office/2006/metadata/properties"/>
  </ds:schemaRefs>
</ds:datastoreItem>
</file>

<file path=customXml/itemProps3.xml><?xml version="1.0" encoding="utf-8"?>
<ds:datastoreItem xmlns:ds="http://schemas.openxmlformats.org/officeDocument/2006/customXml" ds:itemID="{C0ACE4D8-C547-41C9-AB40-67287F3535D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21e486c-6138-4556-b609-0f00d8785642"/>
    <ds:schemaRef ds:uri="65e261d4-640b-48b6-9215-6d96c2fa56c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39991</TotalTime>
  <Words>1370</Words>
  <Application>Microsoft Office PowerPoint</Application>
  <PresentationFormat>Widescreen</PresentationFormat>
  <Paragraphs>166</Paragraphs>
  <Slides>15</Slides>
  <Notes>1</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15</vt:i4>
      </vt:variant>
    </vt:vector>
  </HeadingPairs>
  <TitlesOfParts>
    <vt:vector size="21" baseType="lpstr">
      <vt:lpstr>Arial</vt:lpstr>
      <vt:lpstr>Calibri</vt:lpstr>
      <vt:lpstr>Century Gothic</vt:lpstr>
      <vt:lpstr>Wingdings 3</vt:lpstr>
      <vt:lpstr>Office Theme</vt:lpstr>
      <vt:lpstr>Slice</vt:lpstr>
      <vt:lpstr>DSAI1202: Introduction to Artificial Intelligence and Data Analytics  Introducing the Course Project</vt:lpstr>
      <vt:lpstr>What I Hope You Take from This Course</vt:lpstr>
      <vt:lpstr>Astonishing Stories of Using AI</vt:lpstr>
      <vt:lpstr>Do Something Cool with AI</vt:lpstr>
      <vt:lpstr>Project Ideas – Many Possible Directions</vt:lpstr>
      <vt:lpstr>One Question for You</vt:lpstr>
      <vt:lpstr>Lessons Learned from Working with AI</vt:lpstr>
      <vt:lpstr>Group Formation (Week 4)</vt:lpstr>
      <vt:lpstr>Topic Pitch (Week 6)</vt:lpstr>
      <vt:lpstr>What Do You Submit? (Week 11)</vt:lpstr>
      <vt:lpstr>How is it Graded?</vt:lpstr>
      <vt:lpstr>How is it Graded?</vt:lpstr>
      <vt:lpstr>How is it Graded?</vt:lpstr>
      <vt:lpstr>One Last Thing: You Should Know Your Own Work</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LYU, Mingsong [COMP]</cp:lastModifiedBy>
  <cp:revision>3158</cp:revision>
  <dcterms:created xsi:type="dcterms:W3CDTF">2019-11-09T09:46:20Z</dcterms:created>
  <dcterms:modified xsi:type="dcterms:W3CDTF">2026-09-20T11:40:13Z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0x010100473A8D62B6A07F4688901CCA00C7C210</vt:lpwstr>
  </property>
</Properties>
</file>